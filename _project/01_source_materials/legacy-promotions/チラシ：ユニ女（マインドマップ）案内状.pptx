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handoutMasterIdLst>
    <p:handoutMasterId r:id="rId5"/>
  </p:handoutMasterIdLst>
  <p:sldIdLst>
    <p:sldId id="260" r:id="rId2"/>
    <p:sldId id="262" r:id="rId3"/>
  </p:sldIdLst>
  <p:sldSz cx="6858000" cy="9906000" type="A4"/>
  <p:notesSz cx="6888163" cy="10018713"/>
  <p:defaultTextStyle>
    <a:defPPr>
      <a:defRPr lang="ja-JP"/>
    </a:defPPr>
    <a:lvl1pPr algn="l" rtl="0" eaLnBrk="0" fontAlgn="base" hangingPunct="0">
      <a:spcBef>
        <a:spcPct val="0"/>
      </a:spcBef>
      <a:spcAft>
        <a:spcPct val="0"/>
      </a:spcAft>
      <a:defRPr kumimoji="1" sz="8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eaLnBrk="0" fontAlgn="base" hangingPunct="0">
      <a:spcBef>
        <a:spcPct val="0"/>
      </a:spcBef>
      <a:spcAft>
        <a:spcPct val="0"/>
      </a:spcAft>
      <a:defRPr kumimoji="1" sz="8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eaLnBrk="0" fontAlgn="base" hangingPunct="0">
      <a:spcBef>
        <a:spcPct val="0"/>
      </a:spcBef>
      <a:spcAft>
        <a:spcPct val="0"/>
      </a:spcAft>
      <a:defRPr kumimoji="1" sz="8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eaLnBrk="0" fontAlgn="base" hangingPunct="0">
      <a:spcBef>
        <a:spcPct val="0"/>
      </a:spcBef>
      <a:spcAft>
        <a:spcPct val="0"/>
      </a:spcAft>
      <a:defRPr kumimoji="1" sz="8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eaLnBrk="0" fontAlgn="base" hangingPunct="0">
      <a:spcBef>
        <a:spcPct val="0"/>
      </a:spcBef>
      <a:spcAft>
        <a:spcPct val="0"/>
      </a:spcAft>
      <a:defRPr kumimoji="1" sz="8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8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8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8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800" kern="1200">
        <a:solidFill>
          <a:schemeClr val="tx1"/>
        </a:solidFill>
        <a:latin typeface="Times New Roman" panose="02020603050405020304" pitchFamily="18" charset="0"/>
        <a:ea typeface="ＭＳ Ｐゴシック" panose="020B0600070205080204" pitchFamily="50" charset="-128"/>
        <a:cs typeface="+mn-cs"/>
      </a:defRPr>
    </a:lvl9pPr>
  </p:defaultTextStyle>
  <p:extLst>
    <p:ext uri="{EFAFB233-063F-42B5-8137-9DF3F51BA10A}">
      <p15:sldGuideLst xmlns:p15="http://schemas.microsoft.com/office/powerpoint/2012/main" xmlns="">
        <p15:guide id="1" orient="horz" pos="312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0099"/>
    <a:srgbClr val="CC9900"/>
    <a:srgbClr val="333300"/>
    <a:srgbClr val="360036"/>
    <a:srgbClr val="660066"/>
    <a:srgbClr val="800080"/>
    <a:srgbClr val="3366FF"/>
    <a:srgbClr val="0099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858" autoAdjust="0"/>
    <p:restoredTop sz="92791" autoAdjust="0"/>
  </p:normalViewPr>
  <p:slideViewPr>
    <p:cSldViewPr>
      <p:cViewPr>
        <p:scale>
          <a:sx n="112" d="100"/>
          <a:sy n="112" d="100"/>
        </p:scale>
        <p:origin x="-1242" y="1962"/>
      </p:cViewPr>
      <p:guideLst>
        <p:guide orient="horz" pos="3120"/>
        <p:guide pos="2160"/>
      </p:guideLst>
    </p:cSldViewPr>
  </p:slideViewPr>
  <p:outlineViewPr>
    <p:cViewPr>
      <p:scale>
        <a:sx n="33" d="100"/>
        <a:sy n="33" d="100"/>
      </p:scale>
      <p:origin x="0" y="0"/>
    </p:cViewPr>
  </p:outlineViewPr>
  <p:notesTextViewPr>
    <p:cViewPr>
      <p:scale>
        <a:sx n="200" d="100"/>
        <a:sy n="2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1026"/>
          <p:cNvSpPr>
            <a:spLocks noGrp="1" noChangeArrowheads="1"/>
          </p:cNvSpPr>
          <p:nvPr>
            <p:ph type="hdr" sz="quarter"/>
          </p:nvPr>
        </p:nvSpPr>
        <p:spPr bwMode="auto">
          <a:xfrm>
            <a:off x="4" y="1"/>
            <a:ext cx="2984657" cy="500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209" tIns="46103" rIns="92209" bIns="46103" numCol="1" anchor="t" anchorCtr="0" compatLnSpc="1">
            <a:prstTxWarp prst="textNoShape">
              <a:avLst/>
            </a:prstTxWarp>
          </a:bodyPr>
          <a:lstStyle>
            <a:lvl1pPr eaLnBrk="1" hangingPunct="1">
              <a:defRPr sz="1200"/>
            </a:lvl1pPr>
          </a:lstStyle>
          <a:p>
            <a:endParaRPr lang="en-US" altLang="ja-JP"/>
          </a:p>
        </p:txBody>
      </p:sp>
      <p:sp>
        <p:nvSpPr>
          <p:cNvPr id="7171" name="Rectangle 1027"/>
          <p:cNvSpPr>
            <a:spLocks noGrp="1" noChangeArrowheads="1"/>
          </p:cNvSpPr>
          <p:nvPr>
            <p:ph type="dt" sz="quarter" idx="1"/>
          </p:nvPr>
        </p:nvSpPr>
        <p:spPr bwMode="auto">
          <a:xfrm>
            <a:off x="3903511" y="1"/>
            <a:ext cx="2984657" cy="500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209" tIns="46103" rIns="92209" bIns="46103" numCol="1" anchor="t" anchorCtr="0" compatLnSpc="1">
            <a:prstTxWarp prst="textNoShape">
              <a:avLst/>
            </a:prstTxWarp>
          </a:bodyPr>
          <a:lstStyle>
            <a:lvl1pPr algn="r" eaLnBrk="1" hangingPunct="1">
              <a:defRPr sz="1200"/>
            </a:lvl1pPr>
          </a:lstStyle>
          <a:p>
            <a:endParaRPr lang="en-US" altLang="ja-JP"/>
          </a:p>
        </p:txBody>
      </p:sp>
      <p:sp>
        <p:nvSpPr>
          <p:cNvPr id="7172" name="Rectangle 1028"/>
          <p:cNvSpPr>
            <a:spLocks noGrp="1" noChangeArrowheads="1"/>
          </p:cNvSpPr>
          <p:nvPr>
            <p:ph type="ftr" sz="quarter" idx="2"/>
          </p:nvPr>
        </p:nvSpPr>
        <p:spPr bwMode="auto">
          <a:xfrm>
            <a:off x="4" y="9517860"/>
            <a:ext cx="2984657" cy="500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209" tIns="46103" rIns="92209" bIns="46103" numCol="1" anchor="b" anchorCtr="0" compatLnSpc="1">
            <a:prstTxWarp prst="textNoShape">
              <a:avLst/>
            </a:prstTxWarp>
          </a:bodyPr>
          <a:lstStyle>
            <a:lvl1pPr eaLnBrk="1" hangingPunct="1">
              <a:defRPr sz="1200"/>
            </a:lvl1pPr>
          </a:lstStyle>
          <a:p>
            <a:endParaRPr lang="en-US" altLang="ja-JP"/>
          </a:p>
        </p:txBody>
      </p:sp>
      <p:sp>
        <p:nvSpPr>
          <p:cNvPr id="7173" name="Rectangle 1029"/>
          <p:cNvSpPr>
            <a:spLocks noGrp="1" noChangeArrowheads="1"/>
          </p:cNvSpPr>
          <p:nvPr>
            <p:ph type="sldNum" sz="quarter" idx="3"/>
          </p:nvPr>
        </p:nvSpPr>
        <p:spPr bwMode="auto">
          <a:xfrm>
            <a:off x="3903511" y="9517860"/>
            <a:ext cx="2984657" cy="500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209" tIns="46103" rIns="92209" bIns="46103" numCol="1" anchor="b" anchorCtr="0" compatLnSpc="1">
            <a:prstTxWarp prst="textNoShape">
              <a:avLst/>
            </a:prstTxWarp>
          </a:bodyPr>
          <a:lstStyle>
            <a:lvl1pPr algn="r" eaLnBrk="1" hangingPunct="1">
              <a:defRPr sz="1200"/>
            </a:lvl1pPr>
          </a:lstStyle>
          <a:p>
            <a:fld id="{C0839CE9-42C9-4456-BD6F-DAE885C7B952}" type="slidenum">
              <a:rPr lang="en-US" altLang="ja-JP"/>
              <a:pPr/>
              <a:t>‹#›</a:t>
            </a:fld>
            <a:endParaRPr lang="en-US" altLang="ja-JP"/>
          </a:p>
        </p:txBody>
      </p:sp>
    </p:spTree>
    <p:extLst>
      <p:ext uri="{BB962C8B-B14F-4D97-AF65-F5344CB8AC3E}">
        <p14:creationId xmlns:p14="http://schemas.microsoft.com/office/powerpoint/2010/main" val="29259881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4" y="1"/>
            <a:ext cx="2984657" cy="500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101" tIns="44550" rIns="89101" bIns="44550" numCol="1" anchor="t" anchorCtr="0" compatLnSpc="1">
            <a:prstTxWarp prst="textNoShape">
              <a:avLst/>
            </a:prstTxWarp>
          </a:bodyPr>
          <a:lstStyle>
            <a:lvl1pPr defTabSz="890761" eaLnBrk="1" hangingPunct="1">
              <a:defRPr sz="1200"/>
            </a:lvl1pPr>
          </a:lstStyle>
          <a:p>
            <a:endParaRPr lang="en-US" altLang="ja-JP"/>
          </a:p>
        </p:txBody>
      </p:sp>
      <p:sp>
        <p:nvSpPr>
          <p:cNvPr id="13315" name="Rectangle 3"/>
          <p:cNvSpPr>
            <a:spLocks noGrp="1" noChangeArrowheads="1"/>
          </p:cNvSpPr>
          <p:nvPr>
            <p:ph type="dt" idx="1"/>
          </p:nvPr>
        </p:nvSpPr>
        <p:spPr bwMode="auto">
          <a:xfrm>
            <a:off x="3901906" y="1"/>
            <a:ext cx="2984657" cy="500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101" tIns="44550" rIns="89101" bIns="44550" numCol="1" anchor="t" anchorCtr="0" compatLnSpc="1">
            <a:prstTxWarp prst="textNoShape">
              <a:avLst/>
            </a:prstTxWarp>
          </a:bodyPr>
          <a:lstStyle>
            <a:lvl1pPr algn="r" defTabSz="890761" eaLnBrk="1" hangingPunct="1">
              <a:defRPr sz="1200"/>
            </a:lvl1pPr>
          </a:lstStyle>
          <a:p>
            <a:endParaRPr lang="en-US" altLang="ja-JP"/>
          </a:p>
        </p:txBody>
      </p:sp>
      <p:sp>
        <p:nvSpPr>
          <p:cNvPr id="2052" name="Rectangle 4"/>
          <p:cNvSpPr>
            <a:spLocks noGrp="1" noRot="1" noChangeAspect="1" noChangeArrowheads="1" noTextEdit="1"/>
          </p:cNvSpPr>
          <p:nvPr>
            <p:ph type="sldImg" idx="2"/>
          </p:nvPr>
        </p:nvSpPr>
        <p:spPr bwMode="auto">
          <a:xfrm>
            <a:off x="2143125" y="749300"/>
            <a:ext cx="2601913" cy="37592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7" name="Rectangle 5"/>
          <p:cNvSpPr>
            <a:spLocks noGrp="1" noChangeArrowheads="1"/>
          </p:cNvSpPr>
          <p:nvPr>
            <p:ph type="body" sz="quarter" idx="3"/>
          </p:nvPr>
        </p:nvSpPr>
        <p:spPr bwMode="auto">
          <a:xfrm>
            <a:off x="687532" y="4758933"/>
            <a:ext cx="5513100" cy="4509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101" tIns="44550" rIns="89101" bIns="4455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13318" name="Rectangle 6"/>
          <p:cNvSpPr>
            <a:spLocks noGrp="1" noChangeArrowheads="1"/>
          </p:cNvSpPr>
          <p:nvPr>
            <p:ph type="ftr" sz="quarter" idx="4"/>
          </p:nvPr>
        </p:nvSpPr>
        <p:spPr bwMode="auto">
          <a:xfrm>
            <a:off x="4" y="9516262"/>
            <a:ext cx="2984657" cy="500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101" tIns="44550" rIns="89101" bIns="44550" numCol="1" anchor="b" anchorCtr="0" compatLnSpc="1">
            <a:prstTxWarp prst="textNoShape">
              <a:avLst/>
            </a:prstTxWarp>
          </a:bodyPr>
          <a:lstStyle>
            <a:lvl1pPr defTabSz="890761" eaLnBrk="1" hangingPunct="1">
              <a:defRPr sz="1200"/>
            </a:lvl1pPr>
          </a:lstStyle>
          <a:p>
            <a:endParaRPr lang="en-US" altLang="ja-JP"/>
          </a:p>
        </p:txBody>
      </p:sp>
      <p:sp>
        <p:nvSpPr>
          <p:cNvPr id="13319" name="Rectangle 7"/>
          <p:cNvSpPr>
            <a:spLocks noGrp="1" noChangeArrowheads="1"/>
          </p:cNvSpPr>
          <p:nvPr>
            <p:ph type="sldNum" sz="quarter" idx="5"/>
          </p:nvPr>
        </p:nvSpPr>
        <p:spPr bwMode="auto">
          <a:xfrm>
            <a:off x="3901906" y="9516262"/>
            <a:ext cx="2984657" cy="500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101" tIns="44550" rIns="89101" bIns="44550" numCol="1" anchor="b" anchorCtr="0" compatLnSpc="1">
            <a:prstTxWarp prst="textNoShape">
              <a:avLst/>
            </a:prstTxWarp>
          </a:bodyPr>
          <a:lstStyle>
            <a:lvl1pPr algn="r" defTabSz="890761" eaLnBrk="1" hangingPunct="1">
              <a:defRPr sz="1200"/>
            </a:lvl1pPr>
          </a:lstStyle>
          <a:p>
            <a:fld id="{CE03B3DD-9315-4C68-A5FB-F9AE4842710A}" type="slidenum">
              <a:rPr lang="en-US" altLang="ja-JP"/>
              <a:pPr/>
              <a:t>‹#›</a:t>
            </a:fld>
            <a:endParaRPr lang="en-US" altLang="ja-JP"/>
          </a:p>
        </p:txBody>
      </p:sp>
    </p:spTree>
    <p:extLst>
      <p:ext uri="{BB962C8B-B14F-4D97-AF65-F5344CB8AC3E}">
        <p14:creationId xmlns:p14="http://schemas.microsoft.com/office/powerpoint/2010/main" val="27836114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CE03B3DD-9315-4C68-A5FB-F9AE4842710A}" type="slidenum">
              <a:rPr lang="en-US" altLang="ja-JP" smtClean="0"/>
              <a:pPr/>
              <a:t>1</a:t>
            </a:fld>
            <a:endParaRPr lang="en-US" altLang="ja-JP"/>
          </a:p>
        </p:txBody>
      </p:sp>
    </p:spTree>
    <p:extLst>
      <p:ext uri="{BB962C8B-B14F-4D97-AF65-F5344CB8AC3E}">
        <p14:creationId xmlns:p14="http://schemas.microsoft.com/office/powerpoint/2010/main" val="4127222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CE03B3DD-9315-4C68-A5FB-F9AE4842710A}" type="slidenum">
              <a:rPr lang="en-US" altLang="ja-JP" smtClean="0"/>
              <a:pPr/>
              <a:t>2</a:t>
            </a:fld>
            <a:endParaRPr lang="en-US" altLang="ja-JP"/>
          </a:p>
        </p:txBody>
      </p:sp>
    </p:spTree>
    <p:extLst>
      <p:ext uri="{BB962C8B-B14F-4D97-AF65-F5344CB8AC3E}">
        <p14:creationId xmlns:p14="http://schemas.microsoft.com/office/powerpoint/2010/main" val="1112108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514350" y="3076575"/>
            <a:ext cx="5829300" cy="2124075"/>
          </a:xfrm>
        </p:spPr>
        <p:txBody>
          <a:bodyPr/>
          <a:lstStyle/>
          <a:p>
            <a:r>
              <a:rPr lang="ja-JP" altLang="en-US"/>
              <a:t>マスタ タイトルの書式設定</a:t>
            </a:r>
          </a:p>
        </p:txBody>
      </p:sp>
      <p:sp>
        <p:nvSpPr>
          <p:cNvPr id="3" name="サブタイトル 2"/>
          <p:cNvSpPr>
            <a:spLocks noGrp="1"/>
          </p:cNvSpPr>
          <p:nvPr>
            <p:ph type="subTitle" idx="1"/>
          </p:nvPr>
        </p:nvSpPr>
        <p:spPr>
          <a:xfrm>
            <a:off x="1028700" y="5613400"/>
            <a:ext cx="4800600" cy="253206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 サブタイトルの書式設定</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FFA68D56-16E7-47D4-890C-00701D16DAC1}" type="slidenum">
              <a:rPr lang="en-US" altLang="ja-JP"/>
              <a:pPr>
                <a:defRPr/>
              </a:pPr>
              <a:t>‹#›</a:t>
            </a:fld>
            <a:endParaRPr lang="en-US" altLang="ja-JP"/>
          </a:p>
        </p:txBody>
      </p:sp>
    </p:spTree>
    <p:extLst>
      <p:ext uri="{BB962C8B-B14F-4D97-AF65-F5344CB8AC3E}">
        <p14:creationId xmlns:p14="http://schemas.microsoft.com/office/powerpoint/2010/main" val="3727485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8EAEF5F0-4F18-498B-B55A-389C6D4295AA}" type="slidenum">
              <a:rPr lang="en-US" altLang="ja-JP"/>
              <a:pPr>
                <a:defRPr/>
              </a:pPr>
              <a:t>‹#›</a:t>
            </a:fld>
            <a:endParaRPr lang="en-US" altLang="ja-JP"/>
          </a:p>
        </p:txBody>
      </p:sp>
    </p:spTree>
    <p:extLst>
      <p:ext uri="{BB962C8B-B14F-4D97-AF65-F5344CB8AC3E}">
        <p14:creationId xmlns:p14="http://schemas.microsoft.com/office/powerpoint/2010/main" val="1043023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541338" y="6365875"/>
            <a:ext cx="5829300" cy="1966913"/>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541338" y="4198938"/>
            <a:ext cx="5829300" cy="21669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4A29D51F-EC4D-4DAC-A6A2-63A0FAB062A3}" type="slidenum">
              <a:rPr lang="en-US" altLang="ja-JP"/>
              <a:pPr>
                <a:defRPr/>
              </a:pPr>
              <a:t>‹#›</a:t>
            </a:fld>
            <a:endParaRPr lang="en-US" altLang="ja-JP"/>
          </a:p>
        </p:txBody>
      </p:sp>
    </p:spTree>
    <p:extLst>
      <p:ext uri="{BB962C8B-B14F-4D97-AF65-F5344CB8AC3E}">
        <p14:creationId xmlns:p14="http://schemas.microsoft.com/office/powerpoint/2010/main" val="3681656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51435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350520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DE1D294A-4617-4412-87ED-8B09E6EB2016}" type="slidenum">
              <a:rPr lang="en-US" altLang="ja-JP"/>
              <a:pPr>
                <a:defRPr/>
              </a:pPr>
              <a:t>‹#›</a:t>
            </a:fld>
            <a:endParaRPr lang="en-US" altLang="ja-JP"/>
          </a:p>
        </p:txBody>
      </p:sp>
    </p:spTree>
    <p:extLst>
      <p:ext uri="{BB962C8B-B14F-4D97-AF65-F5344CB8AC3E}">
        <p14:creationId xmlns:p14="http://schemas.microsoft.com/office/powerpoint/2010/main" val="3958606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342900" y="396875"/>
            <a:ext cx="6172200" cy="1651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342900" y="2217738"/>
            <a:ext cx="3030538"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342900" y="3141663"/>
            <a:ext cx="3030538"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3484563" y="2217738"/>
            <a:ext cx="3030537"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3484563" y="3141663"/>
            <a:ext cx="3030537"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6"/>
          <p:cNvSpPr>
            <a:spLocks noGrp="1" noChangeArrowheads="1"/>
          </p:cNvSpPr>
          <p:nvPr>
            <p:ph type="sldNum" sz="quarter" idx="12"/>
          </p:nvPr>
        </p:nvSpPr>
        <p:spPr>
          <a:ln/>
        </p:spPr>
        <p:txBody>
          <a:bodyPr/>
          <a:lstStyle>
            <a:lvl1pPr>
              <a:defRPr/>
            </a:lvl1pPr>
          </a:lstStyle>
          <a:p>
            <a:pPr>
              <a:defRPr/>
            </a:pPr>
            <a:fld id="{75AF6618-EB37-4E19-8FAB-A714305404F7}" type="slidenum">
              <a:rPr lang="en-US" altLang="ja-JP"/>
              <a:pPr>
                <a:defRPr/>
              </a:pPr>
              <a:t>‹#›</a:t>
            </a:fld>
            <a:endParaRPr lang="en-US" altLang="ja-JP"/>
          </a:p>
        </p:txBody>
      </p:sp>
    </p:spTree>
    <p:extLst>
      <p:ext uri="{BB962C8B-B14F-4D97-AF65-F5344CB8AC3E}">
        <p14:creationId xmlns:p14="http://schemas.microsoft.com/office/powerpoint/2010/main" val="606524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5" name="Rectangle 6"/>
          <p:cNvSpPr>
            <a:spLocks noGrp="1" noChangeArrowheads="1"/>
          </p:cNvSpPr>
          <p:nvPr>
            <p:ph type="sldNum" sz="quarter" idx="12"/>
          </p:nvPr>
        </p:nvSpPr>
        <p:spPr>
          <a:ln/>
        </p:spPr>
        <p:txBody>
          <a:bodyPr/>
          <a:lstStyle>
            <a:lvl1pPr>
              <a:defRPr/>
            </a:lvl1pPr>
          </a:lstStyle>
          <a:p>
            <a:pPr>
              <a:defRPr/>
            </a:pPr>
            <a:fld id="{842DF125-E9CA-410F-83EE-590A22A257FF}" type="slidenum">
              <a:rPr lang="en-US" altLang="ja-JP"/>
              <a:pPr>
                <a:defRPr/>
              </a:pPr>
              <a:t>‹#›</a:t>
            </a:fld>
            <a:endParaRPr lang="en-US" altLang="ja-JP"/>
          </a:p>
        </p:txBody>
      </p:sp>
    </p:spTree>
    <p:extLst>
      <p:ext uri="{BB962C8B-B14F-4D97-AF65-F5344CB8AC3E}">
        <p14:creationId xmlns:p14="http://schemas.microsoft.com/office/powerpoint/2010/main" val="2427825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6"/>
          <p:cNvSpPr>
            <a:spLocks noGrp="1" noChangeArrowheads="1"/>
          </p:cNvSpPr>
          <p:nvPr>
            <p:ph type="sldNum" sz="quarter" idx="12"/>
          </p:nvPr>
        </p:nvSpPr>
        <p:spPr>
          <a:ln/>
        </p:spPr>
        <p:txBody>
          <a:bodyPr/>
          <a:lstStyle>
            <a:lvl1pPr>
              <a:defRPr/>
            </a:lvl1pPr>
          </a:lstStyle>
          <a:p>
            <a:pPr>
              <a:defRPr/>
            </a:pPr>
            <a:fld id="{0BC6AA18-9127-4FF5-8311-A1B71812942C}" type="slidenum">
              <a:rPr lang="en-US" altLang="ja-JP"/>
              <a:pPr>
                <a:defRPr/>
              </a:pPr>
              <a:t>‹#›</a:t>
            </a:fld>
            <a:endParaRPr lang="en-US" altLang="ja-JP"/>
          </a:p>
        </p:txBody>
      </p:sp>
    </p:spTree>
    <p:extLst>
      <p:ext uri="{BB962C8B-B14F-4D97-AF65-F5344CB8AC3E}">
        <p14:creationId xmlns:p14="http://schemas.microsoft.com/office/powerpoint/2010/main" val="4031267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342900" y="393700"/>
            <a:ext cx="2255838" cy="1679575"/>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2681288" y="393700"/>
            <a:ext cx="3833812" cy="84550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342900" y="2073275"/>
            <a:ext cx="2255838" cy="67754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BDFE6A37-01BE-48DC-98D3-53220BF550FE}" type="slidenum">
              <a:rPr lang="en-US" altLang="ja-JP"/>
              <a:pPr>
                <a:defRPr/>
              </a:pPr>
              <a:t>‹#›</a:t>
            </a:fld>
            <a:endParaRPr lang="en-US" altLang="ja-JP"/>
          </a:p>
        </p:txBody>
      </p:sp>
    </p:spTree>
    <p:extLst>
      <p:ext uri="{BB962C8B-B14F-4D97-AF65-F5344CB8AC3E}">
        <p14:creationId xmlns:p14="http://schemas.microsoft.com/office/powerpoint/2010/main" val="2234573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344613" y="6934200"/>
            <a:ext cx="4114800" cy="819150"/>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344613" y="885825"/>
            <a:ext cx="4114800"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344613" y="7753350"/>
            <a:ext cx="4114800" cy="11620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E081938F-7A96-4598-B0E1-7A5C24167DC5}" type="slidenum">
              <a:rPr lang="en-US" altLang="ja-JP"/>
              <a:pPr>
                <a:defRPr/>
              </a:pPr>
              <a:t>‹#›</a:t>
            </a:fld>
            <a:endParaRPr lang="en-US" altLang="ja-JP"/>
          </a:p>
        </p:txBody>
      </p:sp>
    </p:spTree>
    <p:extLst>
      <p:ext uri="{BB962C8B-B14F-4D97-AF65-F5344CB8AC3E}">
        <p14:creationId xmlns:p14="http://schemas.microsoft.com/office/powerpoint/2010/main" val="782636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95272CF7-2E7F-4A8C-8E5C-551B08DB135B}" type="slidenum">
              <a:rPr lang="en-US" altLang="ja-JP"/>
              <a:pPr>
                <a:defRPr/>
              </a:pPr>
              <a:t>‹#›</a:t>
            </a:fld>
            <a:endParaRPr lang="en-US" altLang="ja-JP"/>
          </a:p>
        </p:txBody>
      </p:sp>
    </p:spTree>
    <p:extLst>
      <p:ext uri="{BB962C8B-B14F-4D97-AF65-F5344CB8AC3E}">
        <p14:creationId xmlns:p14="http://schemas.microsoft.com/office/powerpoint/2010/main" val="3396543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4886325" y="881063"/>
            <a:ext cx="1457325" cy="7924800"/>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514350" y="881063"/>
            <a:ext cx="4219575" cy="7924800"/>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899323EE-EAE5-407A-94A7-6C459370DE1E}" type="slidenum">
              <a:rPr lang="en-US" altLang="ja-JP"/>
              <a:pPr>
                <a:defRPr/>
              </a:pPr>
              <a:t>‹#›</a:t>
            </a:fld>
            <a:endParaRPr lang="en-US" altLang="ja-JP"/>
          </a:p>
        </p:txBody>
      </p:sp>
    </p:spTree>
    <p:extLst>
      <p:ext uri="{BB962C8B-B14F-4D97-AF65-F5344CB8AC3E}">
        <p14:creationId xmlns:p14="http://schemas.microsoft.com/office/powerpoint/2010/main" val="1457913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14350" y="881063"/>
            <a:ext cx="58293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Rectangle 3"/>
          <p:cNvSpPr>
            <a:spLocks noGrp="1" noChangeArrowheads="1"/>
          </p:cNvSpPr>
          <p:nvPr>
            <p:ph type="body" idx="1"/>
          </p:nvPr>
        </p:nvSpPr>
        <p:spPr bwMode="auto">
          <a:xfrm>
            <a:off x="514350" y="2862263"/>
            <a:ext cx="582930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028" name="Rectangle 4"/>
          <p:cNvSpPr>
            <a:spLocks noGrp="1" noChangeArrowheads="1"/>
          </p:cNvSpPr>
          <p:nvPr>
            <p:ph type="dt" sz="half" idx="2"/>
          </p:nvPr>
        </p:nvSpPr>
        <p:spPr bwMode="auto">
          <a:xfrm>
            <a:off x="514350" y="9024938"/>
            <a:ext cx="1428750" cy="660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ja-JP"/>
          </a:p>
        </p:txBody>
      </p:sp>
      <p:sp>
        <p:nvSpPr>
          <p:cNvPr id="1029" name="Rectangle 5"/>
          <p:cNvSpPr>
            <a:spLocks noGrp="1" noChangeArrowheads="1"/>
          </p:cNvSpPr>
          <p:nvPr>
            <p:ph type="ftr" sz="quarter" idx="3"/>
          </p:nvPr>
        </p:nvSpPr>
        <p:spPr bwMode="auto">
          <a:xfrm>
            <a:off x="2343150" y="9024938"/>
            <a:ext cx="2171700" cy="660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ja-JP"/>
          </a:p>
        </p:txBody>
      </p:sp>
      <p:sp>
        <p:nvSpPr>
          <p:cNvPr id="1030" name="Rectangle 6"/>
          <p:cNvSpPr>
            <a:spLocks noGrp="1" noChangeArrowheads="1"/>
          </p:cNvSpPr>
          <p:nvPr>
            <p:ph type="sldNum" sz="quarter" idx="4"/>
          </p:nvPr>
        </p:nvSpPr>
        <p:spPr bwMode="auto">
          <a:xfrm>
            <a:off x="4914900" y="9024938"/>
            <a:ext cx="1428750" cy="660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2C204199-F7DB-45E3-9D2E-6935C5CA6510}" type="slidenum">
              <a:rPr lang="en-US" altLang="ja-JP"/>
              <a:pPr>
                <a:defRPr/>
              </a:pPr>
              <a:t>‹#›</a:t>
            </a:fld>
            <a:endParaRPr lang="en-US" altLang="ja-JP"/>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pitchFamily="18" charset="0"/>
          <a:ea typeface="ＭＳ Ｐゴシック" pitchFamily="50"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0.jp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メモ 51"/>
          <p:cNvSpPr/>
          <p:nvPr/>
        </p:nvSpPr>
        <p:spPr>
          <a:xfrm>
            <a:off x="3547412" y="7473116"/>
            <a:ext cx="2656637" cy="1373394"/>
          </a:xfrm>
          <a:prstGeom prst="foldedCorner">
            <a:avLst/>
          </a:prstGeom>
          <a:solidFill>
            <a:schemeClr val="bg2">
              <a:lumMod val="20000"/>
              <a:lumOff val="80000"/>
            </a:schemeClr>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4098" name="Text Box 31" descr="75%"/>
          <p:cNvSpPr txBox="1">
            <a:spLocks noChangeArrowheads="1"/>
          </p:cNvSpPr>
          <p:nvPr/>
        </p:nvSpPr>
        <p:spPr bwMode="auto">
          <a:xfrm>
            <a:off x="371123" y="200472"/>
            <a:ext cx="4320902" cy="307777"/>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ユニシス研究会関西支部　ユニ女プロジェクト</a:t>
            </a:r>
          </a:p>
        </p:txBody>
      </p:sp>
      <p:pic>
        <p:nvPicPr>
          <p:cNvPr id="4121" name="Picture 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7143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 name="テキスト ボックス 46"/>
          <p:cNvSpPr txBox="1"/>
          <p:nvPr/>
        </p:nvSpPr>
        <p:spPr>
          <a:xfrm>
            <a:off x="433286" y="1940033"/>
            <a:ext cx="6519824" cy="4116512"/>
          </a:xfrm>
          <a:prstGeom prst="rect">
            <a:avLst/>
          </a:prstGeom>
          <a:noFill/>
        </p:spPr>
        <p:txBody>
          <a:bodyPr wrap="square" rtlCol="0">
            <a:spAutoFit/>
          </a:bodyPr>
          <a:lstStyle/>
          <a:p>
            <a:pPr>
              <a:spcBef>
                <a:spcPts val="300"/>
              </a:spcBef>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拝啓　時下益々ご清栄のこととお慶び申し上げます。</a:t>
            </a:r>
          </a:p>
          <a:p>
            <a:pPr>
              <a:spcBef>
                <a:spcPts val="300"/>
              </a:spcBef>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平素は研究会の活動に格別のご高配を賜り、厚く御礼申し上げます。</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spcBef>
                <a:spcPts val="300"/>
              </a:spcBef>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さて、関西支部で組んでいる、女性の人材育成セミナー企画「ユニ女</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err="1">
                <a:latin typeface="Meiryo UI" panose="020B0604030504040204" pitchFamily="50" charset="-128"/>
                <a:ea typeface="Meiryo UI" panose="020B0604030504040204" pitchFamily="50" charset="-128"/>
                <a:cs typeface="Meiryo UI" panose="020B0604030504040204" pitchFamily="50" charset="-128"/>
              </a:rPr>
              <a:t>じょ</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開発ら</a:t>
            </a:r>
            <a:r>
              <a:rPr lang="ja-JP" altLang="en-US" sz="1000" dirty="0" err="1">
                <a:latin typeface="Meiryo UI" panose="020B0604030504040204" pitchFamily="50" charset="-128"/>
                <a:ea typeface="Meiryo UI" panose="020B0604030504040204" pitchFamily="50" charset="-128"/>
                <a:cs typeface="Meiryo UI" panose="020B0604030504040204" pitchFamily="50" charset="-128"/>
              </a:rPr>
              <a:t>ぼ</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」は、おかげさまで多くの</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spcBef>
                <a:spcPts val="300"/>
              </a:spcBef>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受講者からご好評をいただいております。５年目を迎えた今年も、さらに趣向をこらしたセミナーをご用意いたしました。</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spcBef>
                <a:spcPts val="300"/>
              </a:spcBef>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今回のキーワードは「</a:t>
            </a:r>
            <a:r>
              <a:rPr lang="ja-JP" altLang="ja-JP" sz="1000" dirty="0">
                <a:latin typeface="Meiryo UI" panose="020B0604030504040204" pitchFamily="50" charset="-128"/>
                <a:ea typeface="Meiryo UI" panose="020B0604030504040204" pitchFamily="50" charset="-128"/>
                <a:cs typeface="Meiryo UI" panose="020B0604030504040204" pitchFamily="50" charset="-128"/>
              </a:rPr>
              <a:t>目覚める！ワタシの中の可能性</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」です。</a:t>
            </a:r>
          </a:p>
          <a:p>
            <a:pPr>
              <a:spcBef>
                <a:spcPts val="300"/>
              </a:spcBef>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働く女性の毎日がラクに効率アップする為に役立つ２つのセッションをご用意いたしました。　　</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spcBef>
                <a:spcPts val="300"/>
              </a:spcBef>
            </a:pPr>
            <a:endParaRPr lang="en-US" altLang="ja-JP" sz="1050" dirty="0">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spcBef>
                <a:spcPts val="300"/>
              </a:spcBef>
            </a:pP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spcBef>
                <a:spcPts val="300"/>
              </a:spcBef>
            </a:pP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spcBef>
                <a:spcPts val="300"/>
              </a:spcBef>
            </a:pP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spcBef>
                <a:spcPts val="300"/>
              </a:spcBef>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今回はセッション１をご案内させていただきます。</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spcBef>
                <a:spcPts val="300"/>
              </a:spcBef>
            </a:pP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a:t>
            </a:r>
            <a:r>
              <a:rPr lang="ja-JP" altLang="ja-JP" sz="1000" dirty="0">
                <a:latin typeface="Meiryo UI" panose="020B0604030504040204" pitchFamily="50" charset="-128"/>
                <a:ea typeface="Meiryo UI" panose="020B0604030504040204" pitchFamily="50" charset="-128"/>
                <a:cs typeface="Meiryo UI" panose="020B0604030504040204" pitchFamily="50" charset="-128"/>
              </a:rPr>
              <a:t>ユニシス研究会のセミナーはＩＴ色が濃い</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」という印象をお持ちかもしれません</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が、情報系のみならず様々な業務に就く</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spcBef>
                <a:spcPts val="300"/>
              </a:spcBef>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女性を応援し、お役に立つセミナーを企画しています。</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ＩＴ部門はもちろんのこと、ぜひ、社内の多くの部署にお声をかけて</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spcBef>
                <a:spcPts val="300"/>
              </a:spcBef>
            </a:pP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いただきご参加ください。</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皆様のお越しを</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心よりお待ちしております。</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spcBef>
                <a:spcPts val="0"/>
              </a:spcBef>
            </a:pP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　</a:t>
            </a:r>
          </a:p>
        </p:txBody>
      </p:sp>
      <p:sp>
        <p:nvSpPr>
          <p:cNvPr id="37" name="Rectangle 34" descr="ピンクの画用紙"/>
          <p:cNvSpPr>
            <a:spLocks noChangeArrowheads="1"/>
          </p:cNvSpPr>
          <p:nvPr/>
        </p:nvSpPr>
        <p:spPr bwMode="auto">
          <a:xfrm>
            <a:off x="582122" y="6539034"/>
            <a:ext cx="5726866" cy="2660318"/>
          </a:xfrm>
          <a:prstGeom prst="rect">
            <a:avLst/>
          </a:prstGeom>
          <a:noFill/>
          <a:ln w="76200">
            <a:solidFill>
              <a:srgbClr val="FF66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2400">
              <a:latin typeface="Meiryo UI" panose="020B0604030504040204" pitchFamily="50" charset="-128"/>
              <a:ea typeface="Meiryo UI" panose="020B0604030504040204" pitchFamily="50" charset="-128"/>
              <a:cs typeface="Meiryo UI" panose="020B0604030504040204" pitchFamily="50" charset="-128"/>
            </a:endParaRPr>
          </a:p>
        </p:txBody>
      </p:sp>
      <p:pic>
        <p:nvPicPr>
          <p:cNvPr id="38" name="Picture 50" descr="縦線 (太)"/>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31963" y="6212369"/>
            <a:ext cx="2477281" cy="685036"/>
          </a:xfrm>
          <a:prstGeom prst="rect">
            <a:avLst/>
          </a:prstGeom>
          <a:pattFill prst="dkVert">
            <a:fgClr>
              <a:srgbClr val="99CCFF"/>
            </a:fgClr>
            <a:bgClr>
              <a:schemeClr val="bg1"/>
            </a:bgClr>
          </a:pattFill>
          <a:ln w="38100">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 name="AutoShape 32" descr="木目"/>
          <p:cNvSpPr>
            <a:spLocks noChangeArrowheads="1"/>
          </p:cNvSpPr>
          <p:nvPr/>
        </p:nvSpPr>
        <p:spPr bwMode="auto">
          <a:xfrm>
            <a:off x="1627643" y="6467784"/>
            <a:ext cx="3728549" cy="475387"/>
          </a:xfrm>
          <a:prstGeom prst="rect">
            <a:avLst/>
          </a:prstGeom>
          <a:noFill/>
          <a:ln>
            <a:noFill/>
          </a:ln>
          <a:effectLst>
            <a:prstShdw prst="shdw17" dist="17961" dir="2700000">
              <a:srgbClr val="999999"/>
            </a:prstShdw>
          </a:effectLst>
          <a:extLst>
            <a:ext uri="{909E8E84-426E-40DD-AFC4-6F175D3DCCD1}">
              <a14:hiddenFill xmlns:a14="http://schemas.microsoft.com/office/drawing/2010/main">
                <a:blipFill dpi="0" rotWithShape="1">
                  <a:blip/>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lnSpc>
                <a:spcPct val="50000"/>
              </a:lnSpc>
              <a:spcBef>
                <a:spcPct val="0"/>
              </a:spcBef>
              <a:buFontTx/>
              <a:buNone/>
            </a:pPr>
            <a:r>
              <a:rPr lang="ja-JP" altLang="en-US" sz="1200" b="1" u="sng"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ユニ女開発ら</a:t>
            </a:r>
            <a:r>
              <a:rPr lang="ja-JP" altLang="en-US" sz="1200" b="1" u="sng"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ぼ</a:t>
            </a:r>
            <a:endParaRPr lang="ja-JP" altLang="en-US" sz="1200" b="1" u="sng"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algn="ctr" eaLnBrk="1" hangingPunct="1">
              <a:lnSpc>
                <a:spcPct val="50000"/>
              </a:lnSpc>
              <a:spcBef>
                <a:spcPct val="80000"/>
              </a:spcBef>
              <a:buFontTx/>
              <a:buNone/>
            </a:pPr>
            <a:r>
              <a:rPr lang="ja-JP" altLang="en-US" sz="105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活かそう！能力。伸ばそう！仕事力。</a:t>
            </a:r>
            <a:endParaRPr lang="en-US" altLang="ja-JP" sz="105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algn="ctr" eaLnBrk="1" hangingPunct="1">
              <a:lnSpc>
                <a:spcPct val="50000"/>
              </a:lnSpc>
              <a:spcBef>
                <a:spcPct val="80000"/>
              </a:spcBef>
              <a:buFontTx/>
              <a:buNone/>
            </a:pPr>
            <a:endParaRPr lang="ja-JP" altLang="en-US" sz="12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2" name="メモ 41"/>
          <p:cNvSpPr/>
          <p:nvPr/>
        </p:nvSpPr>
        <p:spPr>
          <a:xfrm>
            <a:off x="751650" y="7489104"/>
            <a:ext cx="2672584" cy="1397909"/>
          </a:xfrm>
          <a:prstGeom prst="foldedCorner">
            <a:avLst/>
          </a:prstGeom>
          <a:noFill/>
          <a:ln w="31750">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cs typeface="Meiryo UI" panose="020B0604030504040204" pitchFamily="50" charset="-128"/>
            </a:endParaRPr>
          </a:p>
        </p:txBody>
      </p:sp>
      <p:pic>
        <p:nvPicPr>
          <p:cNvPr id="44" name="Picture 6" descr="D:\0.業務\女性セミナ企画\女性セミナ_2014開催\0908pin4.png"/>
          <p:cNvPicPr>
            <a:picLocks noChangeAspect="1" noChangeArrowheads="1"/>
          </p:cNvPicPr>
          <p:nvPr/>
        </p:nvPicPr>
        <p:blipFill>
          <a:blip r:embed="rId5" cstate="print"/>
          <a:srcRect/>
          <a:stretch>
            <a:fillRect/>
          </a:stretch>
        </p:blipFill>
        <p:spPr bwMode="auto">
          <a:xfrm>
            <a:off x="1947869" y="7244244"/>
            <a:ext cx="199132" cy="314419"/>
          </a:xfrm>
          <a:prstGeom prst="rect">
            <a:avLst/>
          </a:prstGeom>
          <a:noFill/>
        </p:spPr>
      </p:pic>
      <p:sp>
        <p:nvSpPr>
          <p:cNvPr id="46" name="テキスト ボックス 45"/>
          <p:cNvSpPr txBox="1"/>
          <p:nvPr/>
        </p:nvSpPr>
        <p:spPr>
          <a:xfrm>
            <a:off x="538541" y="7594066"/>
            <a:ext cx="3029793" cy="430887"/>
          </a:xfrm>
          <a:prstGeom prst="rect">
            <a:avLst/>
          </a:prstGeom>
          <a:noFill/>
        </p:spPr>
        <p:txBody>
          <a:bodyPr wrap="square" rtlCol="0">
            <a:spAutoFit/>
          </a:bodyPr>
          <a:lstStyle/>
          <a:p>
            <a:pPr algn="ctr"/>
            <a:r>
              <a:rPr lang="en-US" altLang="ja-JP" sz="1100" b="1" dirty="0">
                <a:solidFill>
                  <a:srgbClr val="0066FF"/>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UI" panose="020B0604030504040204" pitchFamily="50" charset="-128"/>
              </a:rPr>
              <a:t>2017</a:t>
            </a:r>
            <a:r>
              <a:rPr lang="ja-JP" altLang="en-US" sz="1100" b="1" dirty="0">
                <a:solidFill>
                  <a:srgbClr val="0066FF"/>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UI" panose="020B0604030504040204" pitchFamily="50" charset="-128"/>
              </a:rPr>
              <a:t>年　</a:t>
            </a:r>
            <a:r>
              <a:rPr lang="en-US" altLang="ja-JP" sz="1100" b="1" dirty="0">
                <a:solidFill>
                  <a:srgbClr val="0066FF"/>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UI" panose="020B0604030504040204" pitchFamily="50" charset="-128"/>
              </a:rPr>
              <a:t>7</a:t>
            </a:r>
            <a:r>
              <a:rPr lang="ja-JP" altLang="en-US" sz="1100" b="1" dirty="0">
                <a:solidFill>
                  <a:srgbClr val="0066FF"/>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UI" panose="020B0604030504040204" pitchFamily="50" charset="-128"/>
              </a:rPr>
              <a:t>月</a:t>
            </a:r>
            <a:r>
              <a:rPr lang="en-US" altLang="ja-JP" sz="1100" b="1" dirty="0">
                <a:solidFill>
                  <a:srgbClr val="0066FF"/>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UI" panose="020B0604030504040204" pitchFamily="50" charset="-128"/>
              </a:rPr>
              <a:t>21</a:t>
            </a:r>
            <a:r>
              <a:rPr lang="ja-JP" altLang="en-US" sz="1100" b="1" dirty="0">
                <a:solidFill>
                  <a:srgbClr val="0066FF"/>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UI" panose="020B0604030504040204" pitchFamily="50" charset="-128"/>
              </a:rPr>
              <a:t>日（金）開催</a:t>
            </a:r>
            <a:endParaRPr lang="en-US" altLang="ja-JP" sz="1100" b="1" dirty="0">
              <a:solidFill>
                <a:srgbClr val="0066FF"/>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UI" panose="020B0604030504040204" pitchFamily="50" charset="-128"/>
            </a:endParaRPr>
          </a:p>
          <a:p>
            <a:pPr algn="ctr"/>
            <a:endParaRPr lang="ja-JP" altLang="en-US" sz="1100" b="1" dirty="0">
              <a:solidFill>
                <a:srgbClr val="6699FF"/>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1" name="Rectangle 38" descr="横線 (太)"/>
          <p:cNvSpPr>
            <a:spLocks noChangeArrowheads="1"/>
          </p:cNvSpPr>
          <p:nvPr/>
        </p:nvSpPr>
        <p:spPr bwMode="auto">
          <a:xfrm>
            <a:off x="760080" y="7073352"/>
            <a:ext cx="986031" cy="536075"/>
          </a:xfrm>
          <a:prstGeom prst="roundRect">
            <a:avLst>
              <a:gd name="adj" fmla="val 16667"/>
            </a:avLst>
          </a:prstGeom>
          <a:noFill/>
          <a:ln>
            <a:noFill/>
          </a:ln>
          <a:effectLst>
            <a:prstShdw prst="shdw17" dist="17961" dir="2700000">
              <a:srgbClr val="FFCCCC">
                <a:gamma/>
                <a:shade val="60000"/>
                <a:invGamma/>
              </a:srgbClr>
            </a:prstShdw>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rgbClr val="FCA2C9"/>
                </a:solidFill>
                <a:round/>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eaLnBrk="0" hangingPunct="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eaLnBrk="0" hangingPunct="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eaLnBrk="0" hangingPunct="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eaLnBrk="0" hangingPunct="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1" hangingPunct="1">
              <a:defRPr/>
            </a:pPr>
            <a:r>
              <a:rPr lang="en-US" altLang="ja-JP" sz="1400" b="1" i="1" dirty="0">
                <a:solidFill>
                  <a:srgbClr val="FF3399"/>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Session</a:t>
            </a:r>
            <a:r>
              <a:rPr lang="ja-JP" altLang="en-US" sz="1400" b="1" i="1" dirty="0">
                <a:solidFill>
                  <a:srgbClr val="FF3399"/>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１　</a:t>
            </a:r>
          </a:p>
        </p:txBody>
      </p:sp>
      <p:sp>
        <p:nvSpPr>
          <p:cNvPr id="56" name="Rectangle 38" descr="横線 (太)"/>
          <p:cNvSpPr>
            <a:spLocks noChangeArrowheads="1"/>
          </p:cNvSpPr>
          <p:nvPr/>
        </p:nvSpPr>
        <p:spPr bwMode="auto">
          <a:xfrm>
            <a:off x="5338533" y="7032770"/>
            <a:ext cx="1053984" cy="536075"/>
          </a:xfrm>
          <a:prstGeom prst="roundRect">
            <a:avLst>
              <a:gd name="adj" fmla="val 16667"/>
            </a:avLst>
          </a:prstGeom>
          <a:noFill/>
          <a:ln>
            <a:noFill/>
          </a:ln>
          <a:effectLst>
            <a:prstShdw prst="shdw17" dist="17961" dir="2700000">
              <a:srgbClr val="FFCCCC">
                <a:gamma/>
                <a:shade val="60000"/>
                <a:invGamma/>
              </a:srgbClr>
            </a:prstShdw>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rgbClr val="FCA2C9"/>
                </a:solidFill>
                <a:round/>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eaLnBrk="0" hangingPunct="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eaLnBrk="0" hangingPunct="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eaLnBrk="0" hangingPunct="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eaLnBrk="0" hangingPunct="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r" eaLnBrk="1" hangingPunct="1">
              <a:defRPr/>
            </a:pPr>
            <a:r>
              <a:rPr lang="en-US" altLang="ja-JP" sz="1400" b="1" i="1" dirty="0">
                <a:solidFill>
                  <a:srgbClr val="FF3399"/>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Session2</a:t>
            </a:r>
            <a:r>
              <a:rPr lang="ja-JP" altLang="en-US" sz="1400" b="1" i="1" dirty="0">
                <a:solidFill>
                  <a:schemeClr val="tx1">
                    <a:lumMod val="65000"/>
                    <a:lumOff val="35000"/>
                  </a:schemeClr>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　</a:t>
            </a:r>
          </a:p>
        </p:txBody>
      </p:sp>
      <p:sp>
        <p:nvSpPr>
          <p:cNvPr id="58" name="正方形/長方形 57"/>
          <p:cNvSpPr/>
          <p:nvPr/>
        </p:nvSpPr>
        <p:spPr>
          <a:xfrm>
            <a:off x="569741" y="7882394"/>
            <a:ext cx="2945411" cy="869469"/>
          </a:xfrm>
          <a:prstGeom prst="rect">
            <a:avLst/>
          </a:prstGeom>
        </p:spPr>
        <p:txBody>
          <a:bodyPr wrap="square">
            <a:spAutoFit/>
          </a:bodyPr>
          <a:lstStyle/>
          <a:p>
            <a:pPr algn="ctr">
              <a:spcAft>
                <a:spcPts val="0"/>
              </a:spcAft>
            </a:pPr>
            <a:r>
              <a:rPr lang="ja-JP" altLang="en-US" sz="1050" kern="100" dirty="0">
                <a:latin typeface="Meiryo UI" panose="020B0604030504040204" pitchFamily="50" charset="-128"/>
                <a:ea typeface="Meiryo UI" panose="020B0604030504040204" pitchFamily="50" charset="-128"/>
                <a:cs typeface="Meiryo UI" panose="020B0604030504040204" pitchFamily="50" charset="-128"/>
              </a:rPr>
              <a:t>すべてがうまく回り出す！ビジネス思考術</a:t>
            </a:r>
            <a:endParaRPr lang="en-US" altLang="ja-JP" sz="1050" kern="100" dirty="0">
              <a:latin typeface="Meiryo UI" panose="020B0604030504040204" pitchFamily="50" charset="-128"/>
              <a:ea typeface="Meiryo UI" panose="020B0604030504040204" pitchFamily="50" charset="-128"/>
              <a:cs typeface="Meiryo UI" panose="020B0604030504040204" pitchFamily="50" charset="-128"/>
            </a:endParaRPr>
          </a:p>
          <a:p>
            <a:pPr algn="ctr">
              <a:spcAft>
                <a:spcPts val="0"/>
              </a:spcAft>
            </a:pPr>
            <a:r>
              <a:rPr lang="en-US" altLang="ja-JP" sz="1200" b="1" kern="100"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200" b="1" kern="100"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眠っている脳が目覚めるレッスン</a:t>
            </a:r>
            <a:r>
              <a:rPr lang="en-US" altLang="ja-JP" sz="1200" b="1" kern="100"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kern="100" dirty="0">
                <a:latin typeface="Meiryo UI" panose="020B0604030504040204" pitchFamily="50" charset="-128"/>
                <a:ea typeface="Meiryo UI" panose="020B0604030504040204" pitchFamily="50" charset="-128"/>
                <a:cs typeface="Meiryo UI" panose="020B0604030504040204" pitchFamily="50" charset="-128"/>
              </a:rPr>
              <a:t>　</a:t>
            </a:r>
            <a:r>
              <a:rPr lang="ja-JP" altLang="ja-JP" sz="1100" kern="1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sz="1100" kern="100" dirty="0">
              <a:latin typeface="Meiryo UI" panose="020B0604030504040204" pitchFamily="50" charset="-128"/>
              <a:ea typeface="Meiryo UI" panose="020B0604030504040204" pitchFamily="50" charset="-128"/>
              <a:cs typeface="Meiryo UI" panose="020B0604030504040204" pitchFamily="50" charset="-128"/>
            </a:endParaRPr>
          </a:p>
          <a:p>
            <a:pPr algn="ctr">
              <a:spcBef>
                <a:spcPts val="600"/>
              </a:spcBef>
              <a:spcAft>
                <a:spcPts val="0"/>
              </a:spcAft>
            </a:pP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　　　　　　　　　</a:t>
            </a:r>
            <a:r>
              <a:rPr lang="ja-JP" altLang="ja-JP" sz="1000" kern="100" dirty="0">
                <a:latin typeface="Meiryo UI" panose="020B0604030504040204" pitchFamily="50" charset="-128"/>
                <a:ea typeface="Meiryo UI" panose="020B0604030504040204" pitchFamily="50" charset="-128"/>
                <a:cs typeface="Meiryo UI" panose="020B0604030504040204" pitchFamily="50" charset="-128"/>
              </a:rPr>
              <a:t>講師：</a:t>
            </a:r>
            <a:r>
              <a:rPr lang="ja-JP" altLang="ja-JP" sz="1000" dirty="0">
                <a:latin typeface="Meiryo UI" panose="020B0604030504040204" pitchFamily="50" charset="-128"/>
                <a:ea typeface="Meiryo UI" panose="020B0604030504040204" pitchFamily="50" charset="-128"/>
                <a:cs typeface="Meiryo UI" panose="020B0604030504040204" pitchFamily="50" charset="-128"/>
              </a:rPr>
              <a:t>色とこころの専門家</a:t>
            </a:r>
            <a:endParaRPr lang="en-US" altLang="ja-JP" sz="1000" kern="100" dirty="0">
              <a:latin typeface="Meiryo UI" panose="020B0604030504040204" pitchFamily="50" charset="-128"/>
              <a:ea typeface="Meiryo UI" panose="020B0604030504040204" pitchFamily="50" charset="-128"/>
              <a:cs typeface="Meiryo UI" panose="020B0604030504040204" pitchFamily="50" charset="-128"/>
            </a:endParaRPr>
          </a:p>
          <a:p>
            <a:pPr algn="ctr">
              <a:spcAft>
                <a:spcPts val="0"/>
              </a:spcAft>
            </a:pPr>
            <a:r>
              <a:rPr lang="ja-JP" altLang="en-US" sz="1000" kern="100" dirty="0">
                <a:latin typeface="Meiryo UI" panose="020B0604030504040204" pitchFamily="50" charset="-128"/>
                <a:ea typeface="Meiryo UI" panose="020B0604030504040204" pitchFamily="50" charset="-128"/>
                <a:cs typeface="Meiryo UI" panose="020B0604030504040204" pitchFamily="50" charset="-128"/>
              </a:rPr>
              <a:t>　　　　　　　　　竹村　英子氏　</a:t>
            </a:r>
            <a:endParaRPr lang="en-US" altLang="ja-JP" sz="1000" kern="1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1" name="Rectangle 33" descr="横線 (太)"/>
          <p:cNvSpPr>
            <a:spLocks noChangeArrowheads="1"/>
          </p:cNvSpPr>
          <p:nvPr/>
        </p:nvSpPr>
        <p:spPr bwMode="auto">
          <a:xfrm rot="-976581">
            <a:off x="1760821" y="6187059"/>
            <a:ext cx="1012896" cy="246748"/>
          </a:xfrm>
          <a:prstGeom prst="rect">
            <a:avLst/>
          </a:prstGeom>
          <a:pattFill prst="narHorz">
            <a:fgClr>
              <a:schemeClr val="hlink"/>
            </a:fgClr>
            <a:bgClr>
              <a:schemeClr val="bg1"/>
            </a:bgClr>
          </a:pattFill>
          <a:ln w="9525">
            <a:solidFill>
              <a:schemeClr val="folHlink"/>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en-US" altLang="ja-JP" sz="1200" b="1" dirty="0" err="1">
                <a:solidFill>
                  <a:schemeClr val="accent2"/>
                </a:solidFill>
                <a:latin typeface="Meiryo UI" panose="020B0604030504040204" pitchFamily="50" charset="-128"/>
                <a:ea typeface="Meiryo UI" panose="020B0604030504040204" pitchFamily="50" charset="-128"/>
                <a:cs typeface="Meiryo UI" panose="020B0604030504040204" pitchFamily="50" charset="-128"/>
              </a:rPr>
              <a:t>Work&amp;Life</a:t>
            </a:r>
            <a:endParaRPr lang="en-US" altLang="ja-JP" sz="1200" b="1" dirty="0">
              <a:solidFill>
                <a:schemeClr val="accent2"/>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32" name="グループ化 31"/>
          <p:cNvGrpSpPr/>
          <p:nvPr/>
        </p:nvGrpSpPr>
        <p:grpSpPr>
          <a:xfrm>
            <a:off x="4943241" y="5902650"/>
            <a:ext cx="1798504" cy="1224699"/>
            <a:chOff x="8307198" y="6006418"/>
            <a:chExt cx="1831815" cy="884806"/>
          </a:xfrm>
        </p:grpSpPr>
        <p:pic>
          <p:nvPicPr>
            <p:cNvPr id="33" name="Picture 47" descr="f00229_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299963">
              <a:off x="8307198" y="6006418"/>
              <a:ext cx="1664152" cy="884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Rectangle 38" descr="横線 (太)"/>
            <p:cNvSpPr>
              <a:spLocks noChangeArrowheads="1"/>
            </p:cNvSpPr>
            <p:nvPr/>
          </p:nvSpPr>
          <p:spPr bwMode="auto">
            <a:xfrm>
              <a:off x="8478990" y="6190918"/>
              <a:ext cx="1660023" cy="545645"/>
            </a:xfrm>
            <a:prstGeom prst="roundRect">
              <a:avLst>
                <a:gd name="adj" fmla="val 4200"/>
              </a:avLst>
            </a:prstGeom>
            <a:noFill/>
            <a:ln>
              <a:noFill/>
            </a:ln>
            <a:effectLst>
              <a:prstShdw prst="shdw17" dist="17961" dir="2700000">
                <a:srgbClr val="FFCCCC">
                  <a:gamma/>
                  <a:shade val="60000"/>
                  <a:invGamma/>
                </a:srgbClr>
              </a:prstShdw>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rgbClr val="FCA2C9"/>
                  </a:solidFill>
                  <a:round/>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eaLnBrk="0" hangingPunct="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eaLnBrk="0" hangingPunct="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eaLnBrk="0" hangingPunct="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eaLnBrk="0" hangingPunct="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eaLnBrk="1" hangingPunct="1">
                <a:defRPr/>
              </a:pPr>
              <a:r>
                <a:rPr lang="en-US" altLang="ja-JP" sz="1200" b="1" i="1" dirty="0">
                  <a:solidFill>
                    <a:schemeClr val="bg1"/>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5</a:t>
              </a:r>
              <a:r>
                <a:rPr lang="en-US" altLang="ja-JP" sz="1200" b="1" i="1" baseline="30000" dirty="0">
                  <a:solidFill>
                    <a:schemeClr val="bg1"/>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th</a:t>
              </a:r>
              <a:r>
                <a:rPr lang="ja-JP" altLang="en-US" sz="1200" b="1" i="1" dirty="0">
                  <a:solidFill>
                    <a:schemeClr val="bg1"/>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　</a:t>
              </a:r>
              <a:r>
                <a:rPr lang="en-US" altLang="ja-JP" sz="1200" b="1" i="1" dirty="0">
                  <a:solidFill>
                    <a:schemeClr val="bg1"/>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Season</a:t>
              </a:r>
              <a:r>
                <a:rPr lang="ja-JP" altLang="en-US" sz="1200" b="1" i="1" dirty="0">
                  <a:solidFill>
                    <a:schemeClr val="bg1"/>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　</a:t>
              </a:r>
            </a:p>
          </p:txBody>
        </p:sp>
      </p:grpSp>
      <p:sp>
        <p:nvSpPr>
          <p:cNvPr id="35" name="テキスト ボックス 34"/>
          <p:cNvSpPr txBox="1"/>
          <p:nvPr/>
        </p:nvSpPr>
        <p:spPr>
          <a:xfrm>
            <a:off x="95911" y="6420725"/>
            <a:ext cx="1406531" cy="408623"/>
          </a:xfrm>
          <a:prstGeom prst="wedgeRoundRectCallout">
            <a:avLst>
              <a:gd name="adj1" fmla="val -13050"/>
              <a:gd name="adj2" fmla="val 165994"/>
              <a:gd name="adj3" fmla="val 16667"/>
            </a:avLst>
          </a:prstGeom>
          <a:solidFill>
            <a:schemeClr val="bg1"/>
          </a:solidFill>
          <a:ln>
            <a:solidFill>
              <a:schemeClr val="accent6">
                <a:lumMod val="40000"/>
                <a:lumOff val="60000"/>
              </a:schemeClr>
            </a:solidFill>
          </a:ln>
        </p:spPr>
        <p:txBody>
          <a:bodyPr wrap="square">
            <a:spAutoFit/>
          </a:bodyPr>
          <a:lstStyle/>
          <a:p>
            <a:pPr algn="ctr">
              <a:defRPr/>
            </a:pPr>
            <a:r>
              <a:rPr lang="ja-JP" altLang="en-US" sz="900" b="1" dirty="0">
                <a:solidFill>
                  <a:srgbClr val="0066FF"/>
                </a:solidFill>
                <a:latin typeface="Meiryo UI" panose="020B0604030504040204" pitchFamily="50" charset="-128"/>
                <a:ea typeface="Meiryo UI" panose="020B0604030504040204" pitchFamily="50" charset="-128"/>
                <a:cs typeface="Meiryo UI" panose="020B0604030504040204" pitchFamily="50" charset="-128"/>
              </a:rPr>
              <a:t>今回のエントリーは</a:t>
            </a:r>
            <a:endParaRPr lang="en-US" altLang="ja-JP" sz="900" b="1" dirty="0">
              <a:solidFill>
                <a:srgbClr val="0066FF"/>
              </a:solidFill>
              <a:latin typeface="Meiryo UI" panose="020B0604030504040204" pitchFamily="50" charset="-128"/>
              <a:ea typeface="Meiryo UI" panose="020B0604030504040204" pitchFamily="50" charset="-128"/>
              <a:cs typeface="Meiryo UI" panose="020B0604030504040204" pitchFamily="50" charset="-128"/>
            </a:endParaRPr>
          </a:p>
          <a:p>
            <a:pPr algn="ctr">
              <a:defRPr/>
            </a:pPr>
            <a:r>
              <a:rPr lang="ja-JP" altLang="en-US" sz="900" b="1" dirty="0">
                <a:solidFill>
                  <a:srgbClr val="0066FF"/>
                </a:solidFill>
                <a:latin typeface="Meiryo UI" panose="020B0604030504040204" pitchFamily="50" charset="-128"/>
                <a:ea typeface="Meiryo UI" panose="020B0604030504040204" pitchFamily="50" charset="-128"/>
                <a:cs typeface="Meiryo UI" panose="020B0604030504040204" pitchFamily="50" charset="-128"/>
              </a:rPr>
              <a:t>コチラ！</a:t>
            </a:r>
            <a:endParaRPr lang="en-US" altLang="ja-JP" sz="900" b="1" dirty="0">
              <a:solidFill>
                <a:srgbClr val="0066FF"/>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1" name="AutoShape 50"/>
          <p:cNvSpPr>
            <a:spLocks noChangeArrowheads="1"/>
          </p:cNvSpPr>
          <p:nvPr/>
        </p:nvSpPr>
        <p:spPr bwMode="auto">
          <a:xfrm>
            <a:off x="1062998" y="8815457"/>
            <a:ext cx="1884668" cy="327575"/>
          </a:xfrm>
          <a:prstGeom prst="bevel">
            <a:avLst/>
          </a:prstGeom>
          <a:solidFill>
            <a:srgbClr val="6699FF"/>
          </a:solidFill>
          <a:ln w="9525">
            <a:solidFill>
              <a:schemeClr val="bg1"/>
            </a:solidFill>
            <a:round/>
            <a:headEnd/>
            <a:tailEnd/>
          </a:ln>
        </p:spPr>
        <p:txBody>
          <a:bodyPr anchor="ctr" anchorCtr="1"/>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ja-JP" altLang="en-US" sz="8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05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　ユニ女　懇親会開催！</a:t>
            </a:r>
          </a:p>
        </p:txBody>
      </p:sp>
      <p:sp>
        <p:nvSpPr>
          <p:cNvPr id="55" name="テキスト ボックス 54"/>
          <p:cNvSpPr txBox="1"/>
          <p:nvPr/>
        </p:nvSpPr>
        <p:spPr>
          <a:xfrm>
            <a:off x="3353358" y="7589309"/>
            <a:ext cx="3029793" cy="261610"/>
          </a:xfrm>
          <a:prstGeom prst="rect">
            <a:avLst/>
          </a:prstGeom>
          <a:noFill/>
        </p:spPr>
        <p:txBody>
          <a:bodyPr wrap="square" rtlCol="0">
            <a:spAutoFit/>
          </a:bodyPr>
          <a:lstStyle/>
          <a:p>
            <a:pPr algn="ctr"/>
            <a:r>
              <a:rPr lang="en-US" altLang="ja-JP" sz="1100" b="1" dirty="0">
                <a:solidFill>
                  <a:srgbClr val="0066FF"/>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UI" panose="020B0604030504040204" pitchFamily="50" charset="-128"/>
              </a:rPr>
              <a:t>2017</a:t>
            </a:r>
            <a:r>
              <a:rPr lang="ja-JP" altLang="en-US" sz="1100" b="1" dirty="0">
                <a:solidFill>
                  <a:srgbClr val="0066FF"/>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UI" panose="020B0604030504040204" pitchFamily="50" charset="-128"/>
              </a:rPr>
              <a:t>年１０月１３日（金）開催　</a:t>
            </a:r>
            <a:endParaRPr lang="en-US" altLang="ja-JP" sz="1100" b="1" dirty="0">
              <a:solidFill>
                <a:srgbClr val="0066FF"/>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3" name="Rectangle 48"/>
          <p:cNvSpPr>
            <a:spLocks noChangeArrowheads="1"/>
          </p:cNvSpPr>
          <p:nvPr/>
        </p:nvSpPr>
        <p:spPr bwMode="auto">
          <a:xfrm>
            <a:off x="481643" y="9264783"/>
            <a:ext cx="5961063" cy="715581"/>
          </a:xfrm>
          <a:prstGeom prst="rect">
            <a:avLst/>
          </a:prstGeom>
          <a:noFill/>
          <a:ln w="9525">
            <a:noFill/>
            <a:miter lim="800000"/>
            <a:headEnd/>
            <a:tailEnd/>
          </a:ln>
          <a:effectLst/>
        </p:spPr>
        <p:txBody>
          <a:bodyPr wrap="square">
            <a:spAutoFit/>
          </a:bodyPr>
          <a:lstStyle>
            <a:lvl1pPr eaLnBrk="0" hangingPunct="0">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eaLnBrk="0" hangingPunct="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eaLnBrk="0" hangingPunct="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eaLnBrk="0" hangingPunct="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eaLnBrk="0" hangingPunct="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1" hangingPunct="1">
              <a:defRPr/>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b="1" dirty="0">
                <a:latin typeface="Meiryo UI" panose="020B0604030504040204" pitchFamily="50" charset="-128"/>
                <a:ea typeface="Meiryo UI" panose="020B0604030504040204" pitchFamily="50" charset="-128"/>
                <a:cs typeface="Meiryo UI" panose="020B0604030504040204" pitchFamily="50" charset="-128"/>
              </a:rPr>
              <a:t>ご意見・ご希望 大募集！</a:t>
            </a:r>
          </a:p>
          <a:p>
            <a:pPr eaLnBrk="1" hangingPunct="1">
              <a:defRPr/>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今後も</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ユニ女</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の皆さまからのご要望をどしどし取り入れてまいります。「こんな話が聞きたい」「こういうスキルを磨きたい」等のご意見・ご希望をお待ちしております。お気軽に下記メール</a:t>
            </a:r>
          </a:p>
          <a:p>
            <a:pPr eaLnBrk="1" hangingPunct="1">
              <a:defRPr/>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アドレスまでお寄せください。　</a:t>
            </a:r>
            <a:r>
              <a:rPr lang="en-US" altLang="ja-JP" sz="1000" b="1" dirty="0">
                <a:solidFill>
                  <a:srgbClr val="FF5050"/>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kansai-unigirl@ml.unisys.co.jp</a:t>
            </a:r>
          </a:p>
        </p:txBody>
      </p:sp>
      <p:pic>
        <p:nvPicPr>
          <p:cNvPr id="30" name="Picture 10" descr="D:\manual\指アイコン\img01.png"/>
          <p:cNvPicPr>
            <a:picLocks noChangeAspect="1" noChangeArrowheads="1"/>
          </p:cNvPicPr>
          <p:nvPr/>
        </p:nvPicPr>
        <p:blipFill>
          <a:blip r:embed="rId7" cstate="print">
            <a:clrChange>
              <a:clrFrom>
                <a:srgbClr val="000000">
                  <a:alpha val="0"/>
                </a:srgbClr>
              </a:clrFrom>
              <a:clrTo>
                <a:srgbClr val="000000">
                  <a:alpha val="0"/>
                </a:srgbClr>
              </a:clrTo>
            </a:clrChange>
          </a:blip>
          <a:srcRect/>
          <a:stretch>
            <a:fillRect/>
          </a:stretch>
        </p:blipFill>
        <p:spPr bwMode="auto">
          <a:xfrm rot="9526912">
            <a:off x="490434" y="6908468"/>
            <a:ext cx="314425" cy="546545"/>
          </a:xfrm>
          <a:prstGeom prst="rect">
            <a:avLst/>
          </a:prstGeom>
          <a:noFill/>
          <a:effectLst>
            <a:outerShdw blurRad="50800" dist="38100" dir="2700000" algn="tl" rotWithShape="0">
              <a:prstClr val="black">
                <a:alpha val="50000"/>
              </a:prstClr>
            </a:outerShdw>
          </a:effectLst>
        </p:spPr>
      </p:pic>
      <p:sp>
        <p:nvSpPr>
          <p:cNvPr id="3" name="正方形/長方形 2"/>
          <p:cNvSpPr/>
          <p:nvPr/>
        </p:nvSpPr>
        <p:spPr>
          <a:xfrm>
            <a:off x="799176" y="5819056"/>
            <a:ext cx="6478942" cy="230832"/>
          </a:xfrm>
          <a:prstGeom prst="rect">
            <a:avLst/>
          </a:prstGeom>
        </p:spPr>
        <p:txBody>
          <a:bodyPr wrap="square">
            <a:spAutoFit/>
          </a:bodyPr>
          <a:lstStyle/>
          <a:p>
            <a:r>
              <a:rPr lang="ja-JP" altLang="en-US" sz="900" dirty="0">
                <a:latin typeface="Meiryo UI" panose="020B0604030504040204" pitchFamily="50" charset="-128"/>
                <a:ea typeface="Meiryo UI" panose="020B0604030504040204" pitchFamily="50" charset="-128"/>
                <a:cs typeface="Meiryo UI" panose="020B0604030504040204" pitchFamily="50" charset="-128"/>
              </a:rPr>
              <a:t>＊セッション１・２連続受講が効果的ですが、単独受講でも楽しく学べる構成にしており安心して受講していただけます。</a:t>
            </a:r>
          </a:p>
        </p:txBody>
      </p:sp>
      <p:sp>
        <p:nvSpPr>
          <p:cNvPr id="5" name="正方形/長方形 4"/>
          <p:cNvSpPr/>
          <p:nvPr/>
        </p:nvSpPr>
        <p:spPr>
          <a:xfrm>
            <a:off x="2191846" y="7021983"/>
            <a:ext cx="2507418" cy="307777"/>
          </a:xfrm>
          <a:prstGeom prst="rect">
            <a:avLst/>
          </a:prstGeom>
        </p:spPr>
        <p:txBody>
          <a:bodyPr wrap="none">
            <a:spAutoFit/>
          </a:bodyPr>
          <a:lstStyle/>
          <a:p>
            <a:r>
              <a:rPr lang="ja-JP" altLang="ja-JP" sz="1400" b="1" dirty="0">
                <a:ln>
                  <a:solidFill>
                    <a:schemeClr val="bg2">
                      <a:lumMod val="60000"/>
                      <a:lumOff val="40000"/>
                    </a:schemeClr>
                  </a:solidFill>
                </a:ln>
                <a:solidFill>
                  <a:srgbClr val="002060"/>
                </a:solidFill>
                <a:latin typeface="Meiryo UI" panose="020B0604030504040204" pitchFamily="50" charset="-128"/>
                <a:ea typeface="Meiryo UI" panose="020B0604030504040204" pitchFamily="50" charset="-128"/>
                <a:cs typeface="Meiryo UI" panose="020B0604030504040204" pitchFamily="50" charset="-128"/>
              </a:rPr>
              <a:t>目覚める！ワタシの中の可能性</a:t>
            </a:r>
            <a:endParaRPr lang="ja-JP" altLang="en-US" sz="1400" b="1" dirty="0">
              <a:ln>
                <a:solidFill>
                  <a:schemeClr val="bg2">
                    <a:lumMod val="60000"/>
                    <a:lumOff val="40000"/>
                  </a:schemeClr>
                </a:solidFill>
              </a:ln>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4" name="Rectangle 38" descr="横線 (太)"/>
          <p:cNvSpPr>
            <a:spLocks noChangeArrowheads="1"/>
          </p:cNvSpPr>
          <p:nvPr/>
        </p:nvSpPr>
        <p:spPr bwMode="auto">
          <a:xfrm>
            <a:off x="1835670" y="789501"/>
            <a:ext cx="3001241" cy="536075"/>
          </a:xfrm>
          <a:prstGeom prst="roundRect">
            <a:avLst>
              <a:gd name="adj" fmla="val 16667"/>
            </a:avLst>
          </a:prstGeom>
          <a:noFill/>
          <a:ln>
            <a:noFill/>
          </a:ln>
          <a:effectLst>
            <a:prstShdw prst="shdw17" dist="17961" dir="2700000">
              <a:srgbClr val="FFCCCC">
                <a:gamma/>
                <a:shade val="60000"/>
                <a:invGamma/>
              </a:srgbClr>
            </a:prstShdw>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rgbClr val="FCA2C9"/>
                </a:solidFill>
                <a:round/>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eaLnBrk="0" hangingPunct="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eaLnBrk="0" hangingPunct="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eaLnBrk="0" hangingPunct="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eaLnBrk="0" hangingPunct="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eaLnBrk="1" hangingPunct="1">
              <a:defRPr/>
            </a:pPr>
            <a:r>
              <a:rPr lang="ja-JP" altLang="ja-JP" sz="2800" b="1" dirty="0">
                <a:ln>
                  <a:solidFill>
                    <a:schemeClr val="tx2">
                      <a:lumMod val="50000"/>
                      <a:lumOff val="50000"/>
                    </a:schemeClr>
                  </a:solidFill>
                </a:ln>
                <a:solidFill>
                  <a:srgbClr val="360036"/>
                </a:solidFill>
                <a:latin typeface="Meiryo UI" panose="020B0604030504040204" pitchFamily="50" charset="-128"/>
                <a:ea typeface="Meiryo UI" panose="020B0604030504040204" pitchFamily="50" charset="-128"/>
                <a:cs typeface="Meiryo UI" panose="020B0604030504040204" pitchFamily="50" charset="-128"/>
              </a:rPr>
              <a:t>すべて</a:t>
            </a:r>
            <a:r>
              <a:rPr lang="ja-JP" altLang="en-US" sz="2800" b="1" dirty="0">
                <a:ln>
                  <a:solidFill>
                    <a:schemeClr val="tx2">
                      <a:lumMod val="50000"/>
                      <a:lumOff val="50000"/>
                    </a:schemeClr>
                  </a:solidFill>
                </a:ln>
                <a:solidFill>
                  <a:srgbClr val="360036"/>
                </a:solidFill>
                <a:latin typeface="Meiryo UI" panose="020B0604030504040204" pitchFamily="50" charset="-128"/>
                <a:ea typeface="Meiryo UI" panose="020B0604030504040204" pitchFamily="50" charset="-128"/>
                <a:cs typeface="Meiryo UI" panose="020B0604030504040204" pitchFamily="50" charset="-128"/>
              </a:rPr>
              <a:t>が</a:t>
            </a:r>
            <a:r>
              <a:rPr lang="ja-JP" altLang="ja-JP" sz="2800" b="1" dirty="0">
                <a:ln>
                  <a:solidFill>
                    <a:schemeClr val="tx2">
                      <a:lumMod val="50000"/>
                      <a:lumOff val="50000"/>
                    </a:schemeClr>
                  </a:solidFill>
                </a:ln>
                <a:solidFill>
                  <a:srgbClr val="360036"/>
                </a:solidFill>
                <a:latin typeface="Meiryo UI" panose="020B0604030504040204" pitchFamily="50" charset="-128"/>
                <a:ea typeface="Meiryo UI" panose="020B0604030504040204" pitchFamily="50" charset="-128"/>
                <a:cs typeface="Meiryo UI" panose="020B0604030504040204" pitchFamily="50" charset="-128"/>
              </a:rPr>
              <a:t>うまく回り出す</a:t>
            </a:r>
            <a:r>
              <a:rPr lang="ja-JP" altLang="en-US" sz="2800" b="1" dirty="0">
                <a:ln>
                  <a:solidFill>
                    <a:schemeClr val="tx2">
                      <a:lumMod val="50000"/>
                      <a:lumOff val="50000"/>
                    </a:schemeClr>
                  </a:solidFill>
                </a:ln>
                <a:solidFill>
                  <a:srgbClr val="360036"/>
                </a:solidFill>
                <a:latin typeface="Meiryo UI" panose="020B0604030504040204" pitchFamily="50" charset="-128"/>
                <a:ea typeface="Meiryo UI" panose="020B0604030504040204" pitchFamily="50" charset="-128"/>
                <a:cs typeface="Meiryo UI" panose="020B0604030504040204" pitchFamily="50" charset="-128"/>
              </a:rPr>
              <a:t>！ビジネス思考術</a:t>
            </a:r>
            <a:endParaRPr lang="ja-JP" altLang="en-US" sz="2800" b="1" dirty="0">
              <a:ln>
                <a:solidFill>
                  <a:schemeClr val="tx2">
                    <a:lumMod val="50000"/>
                    <a:lumOff val="50000"/>
                  </a:schemeClr>
                </a:solidFill>
              </a:ln>
              <a:solidFill>
                <a:srgbClr val="360036"/>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7" name="正方形/長方形 56"/>
          <p:cNvSpPr/>
          <p:nvPr/>
        </p:nvSpPr>
        <p:spPr>
          <a:xfrm>
            <a:off x="3370969" y="7873340"/>
            <a:ext cx="2945411" cy="1000274"/>
          </a:xfrm>
          <a:prstGeom prst="rect">
            <a:avLst/>
          </a:prstGeom>
        </p:spPr>
        <p:txBody>
          <a:bodyPr wrap="square">
            <a:spAutoFit/>
          </a:bodyPr>
          <a:lstStyle/>
          <a:p>
            <a:pPr algn="ctr">
              <a:spcAft>
                <a:spcPts val="0"/>
              </a:spcAft>
            </a:pP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1050" kern="100" dirty="0">
                <a:latin typeface="Meiryo UI" panose="020B0604030504040204" pitchFamily="50" charset="-128"/>
                <a:ea typeface="Meiryo UI" panose="020B0604030504040204" pitchFamily="50" charset="-128"/>
                <a:cs typeface="Meiryo UI" panose="020B0604030504040204" pitchFamily="50" charset="-128"/>
              </a:rPr>
              <a:t>すべてがうまく回り出す！ビジネス思考術</a:t>
            </a:r>
            <a:endParaRPr lang="en-US" altLang="ja-JP" sz="1050" kern="100" dirty="0">
              <a:latin typeface="Meiryo UI" panose="020B0604030504040204" pitchFamily="50" charset="-128"/>
              <a:ea typeface="Meiryo UI" panose="020B0604030504040204" pitchFamily="50" charset="-128"/>
              <a:cs typeface="Meiryo UI" panose="020B0604030504040204" pitchFamily="50" charset="-128"/>
            </a:endParaRPr>
          </a:p>
          <a:p>
            <a:pPr algn="ctr">
              <a:spcAft>
                <a:spcPts val="0"/>
              </a:spcAft>
            </a:pPr>
            <a:r>
              <a:rPr lang="en-US" altLang="ja-JP" sz="1050" kern="1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1050" kern="100" dirty="0">
                <a:latin typeface="Meiryo UI" panose="020B0604030504040204" pitchFamily="50" charset="-128"/>
                <a:ea typeface="Meiryo UI" panose="020B0604030504040204" pitchFamily="50" charset="-128"/>
                <a:cs typeface="Meiryo UI" panose="020B0604030504040204" pitchFamily="50" charset="-128"/>
              </a:rPr>
              <a:t>仕事で成果を上げる！色彩心理学</a:t>
            </a:r>
            <a:r>
              <a:rPr lang="en-US" altLang="ja-JP" sz="1050" kern="1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50" dirty="0">
                <a:latin typeface="Meiryo UI" panose="020B0604030504040204" pitchFamily="50" charset="-128"/>
                <a:ea typeface="Meiryo UI" panose="020B0604030504040204" pitchFamily="50" charset="-128"/>
                <a:cs typeface="Meiryo UI" panose="020B0604030504040204" pitchFamily="50" charset="-128"/>
              </a:rPr>
              <a:t>（仮題）</a:t>
            </a:r>
            <a:r>
              <a:rPr lang="ja-JP" altLang="ja-JP" sz="1100" kern="1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sz="1100" kern="100" dirty="0">
              <a:latin typeface="Meiryo UI" panose="020B0604030504040204" pitchFamily="50" charset="-128"/>
              <a:ea typeface="Meiryo UI" panose="020B0604030504040204" pitchFamily="50" charset="-128"/>
              <a:cs typeface="Meiryo UI" panose="020B0604030504040204" pitchFamily="50" charset="-128"/>
            </a:endParaRPr>
          </a:p>
          <a:p>
            <a:pPr algn="ctr">
              <a:spcBef>
                <a:spcPts val="600"/>
              </a:spcBef>
              <a:spcAft>
                <a:spcPts val="0"/>
              </a:spcAft>
            </a:pPr>
            <a:r>
              <a:rPr lang="ja-JP" altLang="en-US" sz="1000" kern="100" dirty="0">
                <a:latin typeface="Meiryo UI" panose="020B0604030504040204" pitchFamily="50" charset="-128"/>
                <a:ea typeface="Meiryo UI" panose="020B0604030504040204" pitchFamily="50" charset="-128"/>
                <a:cs typeface="Meiryo UI" panose="020B0604030504040204" pitchFamily="50" charset="-128"/>
              </a:rPr>
              <a:t>　　　　　　　　　</a:t>
            </a:r>
            <a:r>
              <a:rPr lang="ja-JP" altLang="ja-JP" sz="1000" kern="100" dirty="0">
                <a:latin typeface="Meiryo UI" panose="020B0604030504040204" pitchFamily="50" charset="-128"/>
                <a:ea typeface="Meiryo UI" panose="020B0604030504040204" pitchFamily="50" charset="-128"/>
                <a:cs typeface="Meiryo UI" panose="020B0604030504040204" pitchFamily="50" charset="-128"/>
              </a:rPr>
              <a:t>講師：</a:t>
            </a:r>
            <a:r>
              <a:rPr lang="ja-JP" altLang="ja-JP" sz="1000" dirty="0">
                <a:latin typeface="Meiryo UI" panose="020B0604030504040204" pitchFamily="50" charset="-128"/>
                <a:ea typeface="Meiryo UI" panose="020B0604030504040204" pitchFamily="50" charset="-128"/>
                <a:cs typeface="Meiryo UI" panose="020B0604030504040204" pitchFamily="50" charset="-128"/>
              </a:rPr>
              <a:t>色とこころの専門家</a:t>
            </a:r>
            <a:endParaRPr lang="en-US" altLang="ja-JP" sz="1000" kern="100" dirty="0">
              <a:latin typeface="Meiryo UI" panose="020B0604030504040204" pitchFamily="50" charset="-128"/>
              <a:ea typeface="Meiryo UI" panose="020B0604030504040204" pitchFamily="50" charset="-128"/>
              <a:cs typeface="Meiryo UI" panose="020B0604030504040204" pitchFamily="50" charset="-128"/>
            </a:endParaRPr>
          </a:p>
          <a:p>
            <a:pPr algn="ctr">
              <a:spcAft>
                <a:spcPts val="0"/>
              </a:spcAft>
            </a:pPr>
            <a:r>
              <a:rPr lang="ja-JP" altLang="en-US" sz="1000" kern="100" dirty="0">
                <a:latin typeface="Meiryo UI" panose="020B0604030504040204" pitchFamily="50" charset="-128"/>
                <a:ea typeface="Meiryo UI" panose="020B0604030504040204" pitchFamily="50" charset="-128"/>
                <a:cs typeface="Meiryo UI" panose="020B0604030504040204" pitchFamily="50" charset="-128"/>
              </a:rPr>
              <a:t>　　　　　　　　　　　竹村　英子氏</a:t>
            </a: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sz="1100" kern="100" dirty="0">
              <a:latin typeface="Meiryo UI" panose="020B0604030504040204" pitchFamily="50" charset="-128"/>
              <a:ea typeface="Meiryo UI" panose="020B0604030504040204" pitchFamily="50" charset="-128"/>
              <a:cs typeface="Meiryo UI" panose="020B0604030504040204" pitchFamily="50" charset="-128"/>
            </a:endParaRPr>
          </a:p>
          <a:p>
            <a:pPr algn="ctr">
              <a:spcAft>
                <a:spcPts val="0"/>
              </a:spcAft>
            </a:pP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sz="1000" kern="1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メモ 51"/>
          <p:cNvSpPr/>
          <p:nvPr/>
        </p:nvSpPr>
        <p:spPr>
          <a:xfrm>
            <a:off x="3550701" y="7475891"/>
            <a:ext cx="2653348" cy="1362841"/>
          </a:xfrm>
          <a:prstGeom prst="foldedCorner">
            <a:avLst/>
          </a:prstGeom>
          <a:solidFill>
            <a:schemeClr val="bg2">
              <a:lumMod val="20000"/>
              <a:lumOff val="80000"/>
              <a:alpha val="46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49" name="AutoShape 50"/>
          <p:cNvSpPr>
            <a:spLocks noChangeArrowheads="1"/>
          </p:cNvSpPr>
          <p:nvPr/>
        </p:nvSpPr>
        <p:spPr bwMode="auto">
          <a:xfrm>
            <a:off x="3926202" y="8831228"/>
            <a:ext cx="1925912" cy="302962"/>
          </a:xfrm>
          <a:prstGeom prst="bevel">
            <a:avLst/>
          </a:prstGeom>
          <a:solidFill>
            <a:srgbClr val="6699FF"/>
          </a:solidFill>
          <a:ln w="9525">
            <a:solidFill>
              <a:schemeClr val="bg1"/>
            </a:solidFill>
            <a:round/>
            <a:headEnd/>
            <a:tailEnd/>
          </a:ln>
        </p:spPr>
        <p:txBody>
          <a:bodyPr anchor="ctr" anchorCtr="1"/>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ユニ女　ランチ懇親会開催</a:t>
            </a:r>
          </a:p>
        </p:txBody>
      </p:sp>
      <p:cxnSp>
        <p:nvCxnSpPr>
          <p:cNvPr id="4" name="直線コネクタ 3"/>
          <p:cNvCxnSpPr/>
          <p:nvPr/>
        </p:nvCxnSpPr>
        <p:spPr>
          <a:xfrm>
            <a:off x="330015" y="1325576"/>
            <a:ext cx="6197970" cy="0"/>
          </a:xfrm>
          <a:prstGeom prst="line">
            <a:avLst/>
          </a:prstGeom>
          <a:ln w="34925">
            <a:solidFill>
              <a:schemeClr val="tx2">
                <a:lumMod val="50000"/>
                <a:lumOff val="50000"/>
              </a:schemeClr>
            </a:solidFill>
            <a:bevel/>
            <a:headEnd type="none"/>
            <a:tailEnd type="diamond"/>
          </a:ln>
        </p:spPr>
        <p:style>
          <a:lnRef idx="1">
            <a:schemeClr val="accent1"/>
          </a:lnRef>
          <a:fillRef idx="0">
            <a:schemeClr val="accent1"/>
          </a:fillRef>
          <a:effectRef idx="0">
            <a:schemeClr val="accent1"/>
          </a:effectRef>
          <a:fontRef idx="minor">
            <a:schemeClr val="tx1"/>
          </a:fontRef>
        </p:style>
      </p:cxnSp>
      <p:sp>
        <p:nvSpPr>
          <p:cNvPr id="6" name="正方形/長方形 5"/>
          <p:cNvSpPr/>
          <p:nvPr/>
        </p:nvSpPr>
        <p:spPr>
          <a:xfrm>
            <a:off x="329132" y="1325576"/>
            <a:ext cx="1280851" cy="262672"/>
          </a:xfrm>
          <a:prstGeom prst="rect">
            <a:avLst/>
          </a:prstGeom>
          <a:solidFill>
            <a:srgbClr val="360036"/>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Session1</a:t>
            </a:r>
            <a:endParaRPr kumimoji="1" lang="ja-JP" altLang="en-US" sz="12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正方形/長方形 6"/>
          <p:cNvSpPr/>
          <p:nvPr/>
        </p:nvSpPr>
        <p:spPr>
          <a:xfrm>
            <a:off x="1721273" y="1415122"/>
            <a:ext cx="3752950" cy="400110"/>
          </a:xfrm>
          <a:prstGeom prst="rect">
            <a:avLst/>
          </a:prstGeom>
        </p:spPr>
        <p:txBody>
          <a:bodyPr wrap="none">
            <a:spAutoFit/>
          </a:bodyPr>
          <a:lstStyle/>
          <a:p>
            <a:r>
              <a:rPr lang="en-US" altLang="ja-JP" sz="2000" kern="100"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2000" kern="100"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眠っている脳が目覚めるレッスン</a:t>
            </a:r>
            <a:r>
              <a:rPr lang="en-US" altLang="ja-JP" sz="2000" kern="100"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2000" kern="100"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　</a:t>
            </a:r>
            <a:endParaRPr lang="ja-JP" altLang="en-US" sz="20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 name="テキスト ボックス 11"/>
          <p:cNvSpPr txBox="1"/>
          <p:nvPr/>
        </p:nvSpPr>
        <p:spPr>
          <a:xfrm>
            <a:off x="703613" y="3251382"/>
            <a:ext cx="5623317" cy="815608"/>
          </a:xfrm>
          <a:prstGeom prst="rect">
            <a:avLst/>
          </a:prstGeom>
          <a:noFill/>
          <a:ln>
            <a:solidFill>
              <a:srgbClr val="660066"/>
            </a:solidFill>
          </a:ln>
        </p:spPr>
        <p:txBody>
          <a:bodyPr wrap="square" rtlCol="0">
            <a:spAutoFit/>
          </a:bodyPr>
          <a:lstStyle/>
          <a:p>
            <a:pPr>
              <a:spcBef>
                <a:spcPts val="600"/>
              </a:spcBef>
            </a:pPr>
            <a:r>
              <a:rPr lang="ja-JP" altLang="en-US" sz="1050" b="1"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セッション１</a:t>
            </a:r>
            <a:r>
              <a:rPr lang="ja-JP" altLang="en-US"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　　ミニマインドマップを活用して</a:t>
            </a:r>
            <a:r>
              <a:rPr lang="en-US" altLang="ja-JP"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050" kern="10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眠っている脳が目覚めるレッスン</a:t>
            </a:r>
            <a:r>
              <a:rPr lang="en-US" altLang="ja-JP" sz="1050" kern="10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050" kern="10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　　　　　　　　　　　　　　　　　　　　</a:t>
            </a:r>
            <a:endParaRPr lang="en-US" altLang="ja-JP" sz="1050" kern="10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r>
              <a:rPr lang="ja-JP" altLang="en-US" sz="1050" kern="10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　　　　　　　　　　　</a:t>
            </a:r>
            <a:r>
              <a:rPr lang="ja-JP" altLang="ja-JP"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脳科学に基づいた「頭の取扱説明書」を理解</a:t>
            </a:r>
            <a:r>
              <a:rPr lang="ja-JP" altLang="en-US"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し、</a:t>
            </a:r>
            <a:r>
              <a:rPr lang="ja-JP" altLang="ja-JP"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思考のプロセス（ツール）として</a:t>
            </a:r>
            <a:endParaRPr lang="en-US" altLang="ja-JP"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　　　　　　　　　　　</a:t>
            </a:r>
            <a:r>
              <a:rPr lang="ja-JP" altLang="ja-JP"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マインドマップを学</a:t>
            </a:r>
            <a:r>
              <a:rPr lang="ja-JP" altLang="en-US"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んでいただきます。</a:t>
            </a:r>
            <a:r>
              <a:rPr lang="ja-JP" altLang="ja-JP"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脳力が強化され、課題解決につながる思考術</a:t>
            </a:r>
            <a:r>
              <a:rPr lang="ja-JP" altLang="en-US"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を</a:t>
            </a:r>
            <a:endParaRPr lang="en-US" altLang="ja-JP"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　　　　　　　　　　　身につけていただきます。</a:t>
            </a:r>
            <a:endParaRPr lang="en-US" altLang="ja-JP"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テキスト ボックス 12"/>
          <p:cNvSpPr txBox="1"/>
          <p:nvPr/>
        </p:nvSpPr>
        <p:spPr>
          <a:xfrm>
            <a:off x="699206" y="4150280"/>
            <a:ext cx="5638486" cy="815608"/>
          </a:xfrm>
          <a:prstGeom prst="rect">
            <a:avLst/>
          </a:prstGeom>
          <a:noFill/>
          <a:ln>
            <a:solidFill>
              <a:srgbClr val="660066"/>
            </a:solidFill>
          </a:ln>
        </p:spPr>
        <p:txBody>
          <a:bodyPr wrap="square" rtlCol="0">
            <a:spAutoFit/>
          </a:bodyPr>
          <a:lstStyle/>
          <a:p>
            <a:pPr>
              <a:spcBef>
                <a:spcPts val="600"/>
              </a:spcBef>
            </a:pPr>
            <a:r>
              <a:rPr lang="ja-JP" altLang="en-US" sz="1050" b="1"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セッション２</a:t>
            </a:r>
            <a:r>
              <a:rPr lang="ja-JP" altLang="en-US"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　　心のメカニズムを理解して　</a:t>
            </a:r>
            <a:r>
              <a:rPr lang="en-US" altLang="ja-JP"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仕事で成果を上げる！色彩心理学</a:t>
            </a:r>
            <a:r>
              <a:rPr lang="en-US" altLang="ja-JP"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（仮題）</a:t>
            </a:r>
            <a:endParaRPr lang="en-US" altLang="ja-JP"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r>
              <a:rPr lang="ja-JP" altLang="en-US"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　　　　　　　　　　　</a:t>
            </a:r>
            <a:r>
              <a:rPr lang="ja-JP" altLang="ja-JP"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臨床に基づく色彩心理学で、心の状態を「見える化」</a:t>
            </a:r>
            <a:r>
              <a:rPr lang="ja-JP" altLang="en-US"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a:t>
            </a:r>
            <a:endParaRPr lang="en-US" altLang="ja-JP"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　　　　　　　　　　　</a:t>
            </a:r>
            <a:r>
              <a:rPr lang="ja-JP" altLang="ja-JP"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隠れている才能・わだかまっている感情をケア</a:t>
            </a:r>
            <a:r>
              <a:rPr lang="ja-JP" altLang="en-US"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し、</a:t>
            </a:r>
            <a:r>
              <a:rPr lang="ja-JP" altLang="ja-JP"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仕事の意欲向上・自分に合った</a:t>
            </a:r>
            <a:endParaRPr lang="en-US" altLang="ja-JP"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　　　　　　　　　　　</a:t>
            </a:r>
            <a:r>
              <a:rPr lang="ja-JP" altLang="ja-JP"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キャリア形成にも役立</a:t>
            </a:r>
            <a:r>
              <a:rPr lang="ja-JP" altLang="en-US"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てる方法を身つけていただきます。</a:t>
            </a:r>
            <a:endParaRPr lang="ja-JP" altLang="ja-JP" sz="105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62" name="Picture 8" descr="D:\0.業務\女性セミナ企画\女性セミナ_2014開催\kitchen3-4.png"/>
          <p:cNvPicPr>
            <a:picLocks noChangeAspect="1" noChangeArrowheads="1"/>
          </p:cNvPicPr>
          <p:nvPr/>
        </p:nvPicPr>
        <p:blipFill>
          <a:blip r:embed="rId8" cstate="print"/>
          <a:srcRect/>
          <a:stretch>
            <a:fillRect/>
          </a:stretch>
        </p:blipFill>
        <p:spPr bwMode="auto">
          <a:xfrm flipH="1">
            <a:off x="958059" y="8619493"/>
            <a:ext cx="261977" cy="516746"/>
          </a:xfrm>
          <a:prstGeom prst="rect">
            <a:avLst/>
          </a:prstGeom>
          <a:noFill/>
        </p:spPr>
      </p:pic>
      <p:pic>
        <p:nvPicPr>
          <p:cNvPr id="60" name="Picture 6" descr="D:\0.業務\女性セミナ企画\女性セミナ_2014開催\0908pin4.png"/>
          <p:cNvPicPr>
            <a:picLocks noChangeAspect="1" noChangeArrowheads="1"/>
          </p:cNvPicPr>
          <p:nvPr/>
        </p:nvPicPr>
        <p:blipFill>
          <a:blip r:embed="rId5" cstate="print"/>
          <a:srcRect/>
          <a:stretch>
            <a:fillRect/>
          </a:stretch>
        </p:blipFill>
        <p:spPr bwMode="auto">
          <a:xfrm>
            <a:off x="4744109" y="7217838"/>
            <a:ext cx="199132" cy="314419"/>
          </a:xfrm>
          <a:prstGeom prst="rect">
            <a:avLst/>
          </a:prstGeom>
          <a:noFill/>
        </p:spPr>
      </p:pic>
      <p:pic>
        <p:nvPicPr>
          <p:cNvPr id="36" name="図 3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56015" y="8811180"/>
            <a:ext cx="367998" cy="343057"/>
          </a:xfrm>
          <a:prstGeom prst="rect">
            <a:avLst/>
          </a:prstGeom>
        </p:spPr>
      </p:pic>
      <p:sp>
        <p:nvSpPr>
          <p:cNvPr id="14" name="テキスト ボックス 13"/>
          <p:cNvSpPr txBox="1"/>
          <p:nvPr/>
        </p:nvSpPr>
        <p:spPr>
          <a:xfrm>
            <a:off x="3846131" y="8601054"/>
            <a:ext cx="1923925" cy="215444"/>
          </a:xfrm>
          <a:prstGeom prst="rect">
            <a:avLst/>
          </a:prstGeom>
          <a:noFill/>
        </p:spPr>
        <p:txBody>
          <a:bodyPr wrap="none" rtlCol="0">
            <a:spAutoFit/>
          </a:bodyPr>
          <a:lstStyle/>
          <a:p>
            <a:r>
              <a:rPr kumimoji="1" lang="ja-JP" altLang="en-US" i="1" dirty="0">
                <a:solidFill>
                  <a:schemeClr val="tx2">
                    <a:lumMod val="50000"/>
                    <a:lumOff val="50000"/>
                  </a:schemeClr>
                </a:solidFill>
                <a:latin typeface="Meiryo UI" panose="020B0604030504040204" pitchFamily="50" charset="-128"/>
                <a:ea typeface="Meiryo UI" panose="020B0604030504040204" pitchFamily="50" charset="-128"/>
                <a:cs typeface="Meiryo UI" panose="020B0604030504040204" pitchFamily="50" charset="-128"/>
              </a:rPr>
              <a:t>＊エントリーは別途</a:t>
            </a:r>
            <a:r>
              <a:rPr kumimoji="1" lang="en-US" altLang="ja-JP" i="1" dirty="0">
                <a:solidFill>
                  <a:schemeClr val="tx2">
                    <a:lumMod val="50000"/>
                    <a:lumOff val="50000"/>
                  </a:schemeClr>
                </a:solidFill>
                <a:latin typeface="Meiryo UI" panose="020B0604030504040204" pitchFamily="50" charset="-128"/>
                <a:ea typeface="Meiryo UI" panose="020B0604030504040204" pitchFamily="50" charset="-128"/>
                <a:cs typeface="Meiryo UI" panose="020B0604030504040204" pitchFamily="50" charset="-128"/>
              </a:rPr>
              <a:t>9</a:t>
            </a:r>
            <a:r>
              <a:rPr kumimoji="1" lang="ja-JP" altLang="en-US" i="1" dirty="0">
                <a:solidFill>
                  <a:schemeClr val="tx2">
                    <a:lumMod val="50000"/>
                    <a:lumOff val="50000"/>
                  </a:schemeClr>
                </a:solidFill>
                <a:latin typeface="Meiryo UI" panose="020B0604030504040204" pitchFamily="50" charset="-128"/>
                <a:ea typeface="Meiryo UI" panose="020B0604030504040204" pitchFamily="50" charset="-128"/>
                <a:cs typeface="Meiryo UI" panose="020B0604030504040204" pitchFamily="50" charset="-128"/>
              </a:rPr>
              <a:t>月上旬にご案内します</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txBox="1">
            <a:spLocks noChangeArrowheads="1"/>
          </p:cNvSpPr>
          <p:nvPr/>
        </p:nvSpPr>
        <p:spPr bwMode="auto">
          <a:xfrm>
            <a:off x="802006" y="294522"/>
            <a:ext cx="6287476"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tabLst>
                <a:tab pos="1524000" algn="l"/>
                <a:tab pos="3524250" algn="l"/>
              </a:tabLst>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tabLst>
                <a:tab pos="1524000" algn="l"/>
                <a:tab pos="3524250" algn="l"/>
              </a:tabLst>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tabLst>
                <a:tab pos="1524000" algn="l"/>
                <a:tab pos="3524250" algn="l"/>
              </a:tabLst>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None/>
            </a:pPr>
            <a:r>
              <a:rPr lang="en-US" altLang="ja-JP" sz="1800" dirty="0">
                <a:latin typeface="Meiryo UI" panose="020B0604030504040204" pitchFamily="50" charset="-128"/>
                <a:ea typeface="Meiryo UI" panose="020B0604030504040204" pitchFamily="50" charset="-128"/>
                <a:cs typeface="Meiryo UI" panose="020B0604030504040204" pitchFamily="50" charset="-128"/>
              </a:rPr>
              <a:t>2017</a:t>
            </a:r>
            <a:r>
              <a:rPr lang="ja-JP" altLang="en-US" sz="1800" dirty="0">
                <a:latin typeface="Meiryo UI" panose="020B0604030504040204" pitchFamily="50" charset="-128"/>
                <a:ea typeface="Meiryo UI" panose="020B0604030504040204" pitchFamily="50" charset="-128"/>
                <a:cs typeface="Meiryo UI" panose="020B0604030504040204" pitchFamily="50" charset="-128"/>
              </a:rPr>
              <a:t>年　</a:t>
            </a:r>
            <a:r>
              <a:rPr lang="en-US" altLang="ja-JP" sz="1800" dirty="0">
                <a:latin typeface="Meiryo UI" panose="020B0604030504040204" pitchFamily="50" charset="-128"/>
                <a:ea typeface="Meiryo UI" panose="020B0604030504040204" pitchFamily="50" charset="-128"/>
                <a:cs typeface="Meiryo UI" panose="020B0604030504040204" pitchFamily="50" charset="-128"/>
              </a:rPr>
              <a:t>7</a:t>
            </a:r>
            <a:r>
              <a:rPr lang="ja-JP" altLang="en-US" sz="1800" dirty="0">
                <a:latin typeface="Meiryo UI" panose="020B0604030504040204" pitchFamily="50" charset="-128"/>
                <a:ea typeface="Meiryo UI" panose="020B0604030504040204" pitchFamily="50" charset="-128"/>
                <a:cs typeface="Meiryo UI" panose="020B0604030504040204" pitchFamily="50" charset="-128"/>
              </a:rPr>
              <a:t>月</a:t>
            </a:r>
            <a:r>
              <a:rPr lang="en-US" altLang="ja-JP" sz="1800" dirty="0">
                <a:latin typeface="Meiryo UI" panose="020B0604030504040204" pitchFamily="50" charset="-128"/>
                <a:ea typeface="Meiryo UI" panose="020B0604030504040204" pitchFamily="50" charset="-128"/>
                <a:cs typeface="Meiryo UI" panose="020B0604030504040204" pitchFamily="50" charset="-128"/>
              </a:rPr>
              <a:t>21</a:t>
            </a:r>
            <a:r>
              <a:rPr lang="ja-JP" altLang="en-US" sz="1800" dirty="0">
                <a:latin typeface="Meiryo UI" panose="020B0604030504040204" pitchFamily="50" charset="-128"/>
                <a:ea typeface="Meiryo UI" panose="020B0604030504040204" pitchFamily="50" charset="-128"/>
                <a:cs typeface="Meiryo UI" panose="020B0604030504040204" pitchFamily="50" charset="-128"/>
              </a:rPr>
              <a:t>日</a:t>
            </a:r>
            <a:r>
              <a:rPr lang="en-US" altLang="ja-JP" sz="18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800" dirty="0">
                <a:latin typeface="Meiryo UI" panose="020B0604030504040204" pitchFamily="50" charset="-128"/>
                <a:ea typeface="Meiryo UI" panose="020B0604030504040204" pitchFamily="50" charset="-128"/>
                <a:cs typeface="Meiryo UI" panose="020B0604030504040204" pitchFamily="50" charset="-128"/>
              </a:rPr>
              <a:t>金</a:t>
            </a:r>
            <a:r>
              <a:rPr lang="en-US" altLang="ja-JP" sz="18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18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cs typeface="Meiryo UI" panose="020B0604030504040204" pitchFamily="50" charset="-128"/>
              </a:rPr>
              <a:t>14</a:t>
            </a:r>
            <a:r>
              <a:rPr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400" dirty="0">
                <a:latin typeface="Meiryo UI" panose="020B0604030504040204" pitchFamily="50" charset="-128"/>
                <a:ea typeface="Meiryo UI" panose="020B0604030504040204" pitchFamily="50" charset="-128"/>
                <a:cs typeface="Meiryo UI" panose="020B0604030504040204" pitchFamily="50" charset="-128"/>
              </a:rPr>
              <a:t>00</a:t>
            </a:r>
            <a:r>
              <a:rPr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400" dirty="0">
                <a:latin typeface="Meiryo UI" panose="020B0604030504040204" pitchFamily="50" charset="-128"/>
                <a:ea typeface="Meiryo UI" panose="020B0604030504040204" pitchFamily="50" charset="-128"/>
                <a:cs typeface="Meiryo UI" panose="020B0604030504040204" pitchFamily="50" charset="-128"/>
              </a:rPr>
              <a:t>17</a:t>
            </a:r>
            <a:r>
              <a:rPr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400" dirty="0">
                <a:latin typeface="Meiryo UI" panose="020B0604030504040204" pitchFamily="50" charset="-128"/>
                <a:ea typeface="Meiryo UI" panose="020B0604030504040204" pitchFamily="50" charset="-128"/>
                <a:cs typeface="Meiryo UI" panose="020B0604030504040204" pitchFamily="50" charset="-128"/>
              </a:rPr>
              <a:t>10</a:t>
            </a:r>
            <a:r>
              <a:rPr lang="ja-JP" altLang="en-US" sz="14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cs typeface="Meiryo UI" panose="020B0604030504040204" pitchFamily="50" charset="-128"/>
              </a:rPr>
              <a:t>(13:30</a:t>
            </a:r>
            <a:r>
              <a:rPr lang="ja-JP" altLang="en-US" sz="1400" dirty="0">
                <a:latin typeface="Meiryo UI" panose="020B0604030504040204" pitchFamily="50" charset="-128"/>
                <a:ea typeface="Meiryo UI" panose="020B0604030504040204" pitchFamily="50" charset="-128"/>
                <a:cs typeface="Meiryo UI" panose="020B0604030504040204" pitchFamily="50" charset="-128"/>
              </a:rPr>
              <a:t>より受付）</a:t>
            </a:r>
            <a:endParaRPr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pPr eaLnBrk="1" hangingPunct="1">
              <a:spcBef>
                <a:spcPct val="0"/>
              </a:spcBef>
              <a:buFontTx/>
              <a:buNone/>
            </a:pPr>
            <a:r>
              <a:rPr lang="ja-JP" altLang="en-US" sz="20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cs typeface="Meiryo UI" panose="020B0604030504040204" pitchFamily="50" charset="-128"/>
              </a:rPr>
              <a:t>     　　　 懇親会：</a:t>
            </a:r>
            <a:r>
              <a:rPr lang="en-US" altLang="ja-JP" sz="1400" dirty="0">
                <a:latin typeface="Meiryo UI" panose="020B0604030504040204" pitchFamily="50" charset="-128"/>
                <a:ea typeface="Meiryo UI" panose="020B0604030504040204" pitchFamily="50" charset="-128"/>
                <a:cs typeface="Meiryo UI" panose="020B0604030504040204" pitchFamily="50" charset="-128"/>
              </a:rPr>
              <a:t>17</a:t>
            </a:r>
            <a:r>
              <a:rPr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400" dirty="0">
                <a:latin typeface="Meiryo UI" panose="020B0604030504040204" pitchFamily="50" charset="-128"/>
                <a:ea typeface="Meiryo UI" panose="020B0604030504040204" pitchFamily="50" charset="-128"/>
                <a:cs typeface="Meiryo UI" panose="020B0604030504040204" pitchFamily="50" charset="-128"/>
              </a:rPr>
              <a:t>15</a:t>
            </a:r>
            <a:r>
              <a:rPr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400" dirty="0">
                <a:latin typeface="Meiryo UI" panose="020B0604030504040204" pitchFamily="50" charset="-128"/>
                <a:ea typeface="Meiryo UI" panose="020B0604030504040204" pitchFamily="50" charset="-128"/>
                <a:cs typeface="Meiryo UI" panose="020B0604030504040204" pitchFamily="50" charset="-128"/>
              </a:rPr>
              <a:t>18</a:t>
            </a:r>
            <a:r>
              <a:rPr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400" dirty="0">
                <a:latin typeface="Meiryo UI" panose="020B0604030504040204" pitchFamily="50" charset="-128"/>
                <a:ea typeface="Meiryo UI" panose="020B0604030504040204" pitchFamily="50" charset="-128"/>
                <a:cs typeface="Meiryo UI" panose="020B0604030504040204" pitchFamily="50" charset="-128"/>
              </a:rPr>
              <a:t>45</a:t>
            </a:r>
            <a:r>
              <a:rPr lang="ja-JP" altLang="en-US" sz="14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2000" b="1" dirty="0">
                <a:latin typeface="Meiryo UI" panose="020B0604030504040204" pitchFamily="50" charset="-128"/>
                <a:ea typeface="Meiryo UI" panose="020B0604030504040204" pitchFamily="50" charset="-128"/>
                <a:cs typeface="Meiryo UI" panose="020B0604030504040204" pitchFamily="50" charset="-128"/>
              </a:rPr>
              <a:t>　　　　　　　　　　　　　</a:t>
            </a:r>
            <a:r>
              <a:rPr lang="ja-JP" altLang="en-US" sz="1200" b="1"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sz="1200" b="1" dirty="0">
              <a:latin typeface="Meiryo UI" panose="020B0604030504040204" pitchFamily="50" charset="-128"/>
              <a:ea typeface="Meiryo UI" panose="020B0604030504040204" pitchFamily="50" charset="-128"/>
              <a:cs typeface="Meiryo UI" panose="020B0604030504040204" pitchFamily="50" charset="-128"/>
            </a:endParaRPr>
          </a:p>
          <a:p>
            <a:pPr eaLnBrk="1" hangingPunct="1">
              <a:spcBef>
                <a:spcPct val="0"/>
              </a:spcBef>
              <a:buFontTx/>
              <a:buNone/>
            </a:pPr>
            <a:r>
              <a:rPr lang="ja-JP" altLang="en-US" sz="1200" b="1" dirty="0">
                <a:latin typeface="Meiryo UI" panose="020B0604030504040204" pitchFamily="50" charset="-128"/>
                <a:ea typeface="Meiryo UI" panose="020B0604030504040204" pitchFamily="50" charset="-128"/>
                <a:cs typeface="Meiryo UI" panose="020B0604030504040204" pitchFamily="50" charset="-128"/>
              </a:rPr>
              <a:t>　　　　　　　　　　　　      </a:t>
            </a:r>
            <a:r>
              <a:rPr lang="ja-JP" altLang="en-US" sz="1050" b="1" dirty="0">
                <a:latin typeface="Meiryo UI" panose="020B0604030504040204" pitchFamily="50" charset="-128"/>
                <a:ea typeface="Meiryo UI" panose="020B0604030504040204" pitchFamily="50" charset="-128"/>
                <a:cs typeface="Meiryo UI" panose="020B0604030504040204" pitchFamily="50" charset="-128"/>
              </a:rPr>
              <a:t>　　　　　　　　　　　　　　　</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　　　　　　　　　　　　　</a:t>
            </a:r>
          </a:p>
        </p:txBody>
      </p:sp>
      <p:sp>
        <p:nvSpPr>
          <p:cNvPr id="5124" name="Text Box 4"/>
          <p:cNvSpPr txBox="1">
            <a:spLocks noChangeArrowheads="1"/>
          </p:cNvSpPr>
          <p:nvPr/>
        </p:nvSpPr>
        <p:spPr bwMode="auto">
          <a:xfrm>
            <a:off x="800894" y="989281"/>
            <a:ext cx="6057106"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tabLst>
                <a:tab pos="1524000" algn="l"/>
                <a:tab pos="3524250" algn="l"/>
              </a:tabLst>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tabLst>
                <a:tab pos="1524000" algn="l"/>
                <a:tab pos="3524250" algn="l"/>
              </a:tabLst>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tabLst>
                <a:tab pos="1524000" algn="l"/>
                <a:tab pos="3524250" algn="l"/>
              </a:tabLst>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日本ユニシス株式会社　関西支社 </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26</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階 大会議室</a:t>
            </a:r>
          </a:p>
          <a:p>
            <a:pPr eaLnBrk="1" hangingPunct="1">
              <a:spcBef>
                <a:spcPct val="0"/>
              </a:spcBef>
              <a:buFontTx/>
              <a:buNone/>
            </a:pPr>
            <a:r>
              <a:rPr lang="ja-JP" altLang="en-US" sz="1050" dirty="0">
                <a:latin typeface="Meiryo UI" panose="020B0604030504040204" pitchFamily="50" charset="-128"/>
                <a:ea typeface="Meiryo UI" panose="020B0604030504040204" pitchFamily="50" charset="-128"/>
                <a:cs typeface="Meiryo UI" panose="020B0604030504040204" pitchFamily="50" charset="-128"/>
              </a:rPr>
              <a:t>	　大阪市北区大深町</a:t>
            </a:r>
            <a:r>
              <a:rPr lang="en-US" altLang="ja-JP" sz="1050" dirty="0">
                <a:latin typeface="Meiryo UI" panose="020B0604030504040204" pitchFamily="50" charset="-128"/>
                <a:ea typeface="Meiryo UI" panose="020B0604030504040204" pitchFamily="50" charset="-128"/>
                <a:cs typeface="Meiryo UI" panose="020B0604030504040204" pitchFamily="50" charset="-128"/>
              </a:rPr>
              <a:t>3-1</a:t>
            </a:r>
            <a:r>
              <a:rPr lang="ja-JP" altLang="en-US" sz="1050" dirty="0">
                <a:latin typeface="Meiryo UI" panose="020B0604030504040204" pitchFamily="50" charset="-128"/>
                <a:ea typeface="Meiryo UI" panose="020B0604030504040204" pitchFamily="50" charset="-128"/>
                <a:cs typeface="Meiryo UI" panose="020B0604030504040204" pitchFamily="50" charset="-128"/>
              </a:rPr>
              <a:t>　グランフロント大阪タワー</a:t>
            </a:r>
            <a:r>
              <a:rPr lang="en-US" altLang="ja-JP" sz="1050" dirty="0">
                <a:latin typeface="Meiryo UI" panose="020B0604030504040204" pitchFamily="50" charset="-128"/>
                <a:ea typeface="Meiryo UI" panose="020B0604030504040204" pitchFamily="50" charset="-128"/>
                <a:cs typeface="Meiryo UI" panose="020B0604030504040204" pitchFamily="50" charset="-128"/>
              </a:rPr>
              <a:t>B</a:t>
            </a:r>
            <a:r>
              <a:rPr lang="ja-JP" altLang="en-US" sz="1050"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sz="1050" dirty="0">
              <a:latin typeface="Meiryo UI" panose="020B0604030504040204" pitchFamily="50" charset="-128"/>
              <a:ea typeface="Meiryo UI" panose="020B0604030504040204" pitchFamily="50" charset="-128"/>
              <a:cs typeface="Meiryo UI" panose="020B0604030504040204" pitchFamily="50" charset="-128"/>
            </a:endParaRPr>
          </a:p>
          <a:p>
            <a:pPr eaLnBrk="1" hangingPunct="1">
              <a:spcBef>
                <a:spcPct val="0"/>
              </a:spcBef>
              <a:buFontTx/>
              <a:buNone/>
            </a:pPr>
            <a:r>
              <a:rPr lang="ja-JP" altLang="en-US" sz="105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50" dirty="0">
                <a:latin typeface="Meiryo UI" panose="020B0604030504040204" pitchFamily="50" charset="-128"/>
                <a:ea typeface="Meiryo UI" panose="020B0604030504040204" pitchFamily="50" charset="-128"/>
                <a:cs typeface="Meiryo UI" panose="020B0604030504040204" pitchFamily="50" charset="-128"/>
              </a:rPr>
              <a:t>06-7178-0122</a:t>
            </a:r>
          </a:p>
        </p:txBody>
      </p:sp>
      <p:sp>
        <p:nvSpPr>
          <p:cNvPr id="5126" name="Text Box 7"/>
          <p:cNvSpPr txBox="1">
            <a:spLocks noChangeArrowheads="1"/>
          </p:cNvSpPr>
          <p:nvPr/>
        </p:nvSpPr>
        <p:spPr bwMode="auto">
          <a:xfrm>
            <a:off x="3524747" y="7639373"/>
            <a:ext cx="28813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tabLst>
                <a:tab pos="1817688" algn="l"/>
              </a:tabLst>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tabLst>
                <a:tab pos="1817688" algn="l"/>
              </a:tabLst>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tabLst>
                <a:tab pos="1817688" algn="l"/>
              </a:tabLst>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tabLst>
                <a:tab pos="1817688" algn="l"/>
              </a:tabLst>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tabLst>
                <a:tab pos="1817688" algn="l"/>
              </a:tabLst>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tabLst>
                <a:tab pos="1817688" algn="l"/>
              </a:tabLst>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tabLst>
                <a:tab pos="1817688" algn="l"/>
              </a:tabLst>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tabLst>
                <a:tab pos="1817688" algn="l"/>
              </a:tabLst>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tabLst>
                <a:tab pos="1817688" algn="l"/>
              </a:tabLst>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ja-JP" altLang="en-US" sz="1200" b="1" dirty="0">
                <a:latin typeface="Meiryo UI" panose="020B0604030504040204" pitchFamily="50" charset="-128"/>
                <a:ea typeface="Meiryo UI" panose="020B0604030504040204" pitchFamily="50" charset="-128"/>
                <a:cs typeface="Meiryo UI" panose="020B0604030504040204" pitchFamily="50" charset="-128"/>
              </a:rPr>
              <a:t>　　　　　　無料</a:t>
            </a:r>
          </a:p>
        </p:txBody>
      </p:sp>
      <p:sp>
        <p:nvSpPr>
          <p:cNvPr id="5127" name="Text Box 8"/>
          <p:cNvSpPr txBox="1">
            <a:spLocks noChangeArrowheads="1"/>
          </p:cNvSpPr>
          <p:nvPr/>
        </p:nvSpPr>
        <p:spPr bwMode="auto">
          <a:xfrm>
            <a:off x="665162" y="9279601"/>
            <a:ext cx="6192838"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1524000" algn="l"/>
                <a:tab pos="3524250" algn="l"/>
              </a:tabLst>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tabLst>
                <a:tab pos="1524000" algn="l"/>
                <a:tab pos="3524250" algn="l"/>
              </a:tabLst>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tabLst>
                <a:tab pos="1524000" algn="l"/>
                <a:tab pos="3524250" algn="l"/>
              </a:tabLst>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100" b="1" dirty="0">
                <a:latin typeface="Meiryo UI" panose="020B0604030504040204" pitchFamily="50" charset="-128"/>
                <a:ea typeface="Meiryo UI" panose="020B0604030504040204" pitchFamily="50" charset="-128"/>
                <a:cs typeface="Meiryo UI" panose="020B0604030504040204" pitchFamily="50" charset="-128"/>
              </a:rPr>
              <a:t>ユニシス研究会関西支部事務局</a:t>
            </a:r>
          </a:p>
          <a:p>
            <a:pPr eaLnBrk="1" hangingPunct="1">
              <a:spcBef>
                <a:spcPct val="0"/>
              </a:spcBef>
              <a:buFontTx/>
              <a:buNone/>
            </a:pPr>
            <a:r>
              <a:rPr lang="ja-JP" altLang="en-US" sz="1100" b="1" dirty="0">
                <a:latin typeface="Meiryo UI" panose="020B0604030504040204" pitchFamily="50" charset="-128"/>
                <a:ea typeface="Meiryo UI" panose="020B0604030504040204" pitchFamily="50" charset="-128"/>
                <a:cs typeface="Meiryo UI" panose="020B0604030504040204" pitchFamily="50" charset="-128"/>
              </a:rPr>
              <a:t>〒</a:t>
            </a:r>
            <a:r>
              <a:rPr lang="en-US" altLang="ja-JP" sz="1100" b="1" dirty="0">
                <a:latin typeface="Meiryo UI" panose="020B0604030504040204" pitchFamily="50" charset="-128"/>
                <a:ea typeface="Meiryo UI" panose="020B0604030504040204" pitchFamily="50" charset="-128"/>
                <a:cs typeface="Meiryo UI" panose="020B0604030504040204" pitchFamily="50" charset="-128"/>
              </a:rPr>
              <a:t>530-0011</a:t>
            </a:r>
            <a:r>
              <a:rPr lang="ja-JP" altLang="en-US" sz="1100" b="1" dirty="0">
                <a:latin typeface="Meiryo UI" panose="020B0604030504040204" pitchFamily="50" charset="-128"/>
                <a:ea typeface="Meiryo UI" panose="020B0604030504040204" pitchFamily="50" charset="-128"/>
                <a:cs typeface="Meiryo UI" panose="020B0604030504040204" pitchFamily="50" charset="-128"/>
              </a:rPr>
              <a:t>　大阪市北区大深町</a:t>
            </a:r>
            <a:r>
              <a:rPr lang="en-US" altLang="ja-JP" sz="1100" b="1" dirty="0">
                <a:latin typeface="Meiryo UI" panose="020B0604030504040204" pitchFamily="50" charset="-128"/>
                <a:ea typeface="Meiryo UI" panose="020B0604030504040204" pitchFamily="50" charset="-128"/>
                <a:cs typeface="Meiryo UI" panose="020B0604030504040204" pitchFamily="50" charset="-128"/>
              </a:rPr>
              <a:t>3-1</a:t>
            </a:r>
            <a:r>
              <a:rPr lang="ja-JP" altLang="en-US" sz="1100" b="1" dirty="0">
                <a:latin typeface="Meiryo UI" panose="020B0604030504040204" pitchFamily="50" charset="-128"/>
                <a:ea typeface="Meiryo UI" panose="020B0604030504040204" pitchFamily="50" charset="-128"/>
                <a:cs typeface="Meiryo UI" panose="020B0604030504040204" pitchFamily="50" charset="-128"/>
              </a:rPr>
              <a:t>　日本ユニシス㈱関西支社内</a:t>
            </a:r>
          </a:p>
          <a:p>
            <a:pPr eaLnBrk="1" hangingPunct="1">
              <a:spcBef>
                <a:spcPct val="0"/>
              </a:spcBef>
              <a:buFontTx/>
              <a:buNone/>
            </a:pPr>
            <a:r>
              <a:rPr lang="ja-JP" altLang="en-US" sz="1100" b="1" dirty="0">
                <a:latin typeface="Meiryo UI" panose="020B0604030504040204" pitchFamily="50" charset="-128"/>
                <a:ea typeface="Meiryo UI" panose="020B0604030504040204" pitchFamily="50" charset="-128"/>
                <a:cs typeface="Meiryo UI" panose="020B0604030504040204" pitchFamily="50" charset="-128"/>
              </a:rPr>
              <a:t>℡：</a:t>
            </a:r>
            <a:r>
              <a:rPr lang="en-US" altLang="ja-JP" sz="1100" b="1" dirty="0">
                <a:latin typeface="Meiryo UI" panose="020B0604030504040204" pitchFamily="50" charset="-128"/>
                <a:ea typeface="Meiryo UI" panose="020B0604030504040204" pitchFamily="50" charset="-128"/>
                <a:cs typeface="Meiryo UI" panose="020B0604030504040204" pitchFamily="50" charset="-128"/>
              </a:rPr>
              <a:t>06-7178-0122</a:t>
            </a:r>
            <a:r>
              <a:rPr lang="ja-JP" altLang="en-US" sz="1100" b="1" dirty="0">
                <a:latin typeface="Meiryo UI" panose="020B0604030504040204" pitchFamily="50" charset="-128"/>
                <a:ea typeface="Meiryo UI" panose="020B0604030504040204" pitchFamily="50" charset="-128"/>
                <a:cs typeface="Meiryo UI" panose="020B0604030504040204" pitchFamily="50" charset="-128"/>
              </a:rPr>
              <a:t>　</a:t>
            </a:r>
            <a:r>
              <a:rPr lang="en-US" altLang="ja-JP" sz="1100" b="1" dirty="0">
                <a:latin typeface="Meiryo UI" panose="020B0604030504040204" pitchFamily="50" charset="-128"/>
                <a:ea typeface="Meiryo UI" panose="020B0604030504040204" pitchFamily="50" charset="-128"/>
                <a:cs typeface="Meiryo UI" panose="020B0604030504040204" pitchFamily="50" charset="-128"/>
              </a:rPr>
              <a:t>Fax</a:t>
            </a:r>
            <a:r>
              <a:rPr lang="ja-JP" altLang="en-US" sz="1100" b="1" dirty="0">
                <a:latin typeface="Meiryo UI" panose="020B0604030504040204" pitchFamily="50" charset="-128"/>
                <a:ea typeface="Meiryo UI" panose="020B0604030504040204" pitchFamily="50" charset="-128"/>
                <a:cs typeface="Meiryo UI" panose="020B0604030504040204" pitchFamily="50" charset="-128"/>
              </a:rPr>
              <a:t>：</a:t>
            </a:r>
            <a:r>
              <a:rPr lang="en-US" altLang="ja-JP" sz="1100" b="1" dirty="0">
                <a:latin typeface="Meiryo UI" panose="020B0604030504040204" pitchFamily="50" charset="-128"/>
                <a:ea typeface="Meiryo UI" panose="020B0604030504040204" pitchFamily="50" charset="-128"/>
                <a:cs typeface="Meiryo UI" panose="020B0604030504040204" pitchFamily="50" charset="-128"/>
              </a:rPr>
              <a:t>06-6372-1763</a:t>
            </a:r>
            <a:r>
              <a:rPr lang="ja-JP" altLang="en-US" sz="1100" b="1" dirty="0">
                <a:latin typeface="Meiryo UI" panose="020B0604030504040204" pitchFamily="50" charset="-128"/>
                <a:ea typeface="Meiryo UI" panose="020B0604030504040204" pitchFamily="50" charset="-128"/>
                <a:cs typeface="Meiryo UI" panose="020B0604030504040204" pitchFamily="50" charset="-128"/>
              </a:rPr>
              <a:t>　</a:t>
            </a:r>
            <a:r>
              <a:rPr lang="en-US" altLang="ja-JP" sz="1100" b="1" dirty="0">
                <a:latin typeface="Meiryo UI" panose="020B0604030504040204" pitchFamily="50" charset="-128"/>
                <a:ea typeface="Meiryo UI" panose="020B0604030504040204" pitchFamily="50" charset="-128"/>
                <a:cs typeface="Meiryo UI" panose="020B0604030504040204" pitchFamily="50" charset="-128"/>
              </a:rPr>
              <a:t>E-mail</a:t>
            </a:r>
            <a:r>
              <a:rPr lang="ja-JP" altLang="en-US" sz="1100" b="1" dirty="0">
                <a:latin typeface="Meiryo UI" panose="020B0604030504040204" pitchFamily="50" charset="-128"/>
                <a:ea typeface="Meiryo UI" panose="020B0604030504040204" pitchFamily="50" charset="-128"/>
                <a:cs typeface="Meiryo UI" panose="020B0604030504040204" pitchFamily="50" charset="-128"/>
              </a:rPr>
              <a:t>：</a:t>
            </a:r>
            <a:r>
              <a:rPr lang="en-US" altLang="ja-JP" sz="1100" b="1" dirty="0">
                <a:solidFill>
                  <a:schemeClr val="accent2"/>
                </a:solidFill>
                <a:latin typeface="Meiryo UI" panose="020B0604030504040204" pitchFamily="50" charset="-128"/>
                <a:ea typeface="Meiryo UI" panose="020B0604030504040204" pitchFamily="50" charset="-128"/>
                <a:cs typeface="Meiryo UI" panose="020B0604030504040204" pitchFamily="50" charset="-128"/>
              </a:rPr>
              <a:t>juua-kansai-info@unisys.co.jp</a:t>
            </a:r>
          </a:p>
        </p:txBody>
      </p:sp>
      <p:sp>
        <p:nvSpPr>
          <p:cNvPr id="5128" name="Text Box 9"/>
          <p:cNvSpPr txBox="1">
            <a:spLocks noChangeArrowheads="1"/>
          </p:cNvSpPr>
          <p:nvPr/>
        </p:nvSpPr>
        <p:spPr bwMode="auto">
          <a:xfrm>
            <a:off x="941447" y="7625233"/>
            <a:ext cx="22098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tabLst>
                <a:tab pos="1524000" algn="l"/>
                <a:tab pos="3524250" algn="l"/>
              </a:tabLst>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tabLst>
                <a:tab pos="1524000" algn="l"/>
                <a:tab pos="3524250" algn="l"/>
              </a:tabLst>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tabLst>
                <a:tab pos="1524000" algn="l"/>
                <a:tab pos="3524250" algn="l"/>
              </a:tabLst>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ja-JP" altLang="en-US" sz="1200" b="1"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b="1" dirty="0">
                <a:latin typeface="Meiryo UI" panose="020B0604030504040204" pitchFamily="50" charset="-128"/>
                <a:ea typeface="Meiryo UI" panose="020B0604030504040204" pitchFamily="50" charset="-128"/>
                <a:cs typeface="Meiryo UI" panose="020B0604030504040204" pitchFamily="50" charset="-128"/>
              </a:rPr>
              <a:t>40</a:t>
            </a:r>
            <a:r>
              <a:rPr lang="ja-JP" altLang="en-US" sz="1200" b="1" dirty="0">
                <a:latin typeface="Meiryo UI" panose="020B0604030504040204" pitchFamily="50" charset="-128"/>
                <a:ea typeface="Meiryo UI" panose="020B0604030504040204" pitchFamily="50" charset="-128"/>
                <a:cs typeface="Meiryo UI" panose="020B0604030504040204" pitchFamily="50" charset="-128"/>
              </a:rPr>
              <a:t>　名　</a:t>
            </a:r>
          </a:p>
        </p:txBody>
      </p:sp>
      <p:sp>
        <p:nvSpPr>
          <p:cNvPr id="15374" name="Text Box 14"/>
          <p:cNvSpPr txBox="1">
            <a:spLocks noChangeArrowheads="1"/>
          </p:cNvSpPr>
          <p:nvPr/>
        </p:nvSpPr>
        <p:spPr bwMode="auto">
          <a:xfrm>
            <a:off x="442773" y="7325444"/>
            <a:ext cx="718466" cy="307777"/>
          </a:xfrm>
          <a:prstGeom prst="rect">
            <a:avLst/>
          </a:prstGeom>
          <a:noFill/>
          <a:ln w="9525">
            <a:noFill/>
            <a:miter lim="800000"/>
            <a:headEnd/>
            <a:tailEnd/>
          </a:ln>
          <a:effec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3399"/>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4.</a:t>
            </a:r>
            <a:r>
              <a:rPr lang="ja-JP" altLang="en-US" sz="1400" dirty="0">
                <a:solidFill>
                  <a:srgbClr val="003399"/>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定員</a:t>
            </a:r>
          </a:p>
        </p:txBody>
      </p:sp>
      <p:sp>
        <p:nvSpPr>
          <p:cNvPr id="15375" name="Text Box 15"/>
          <p:cNvSpPr txBox="1">
            <a:spLocks noChangeArrowheads="1"/>
          </p:cNvSpPr>
          <p:nvPr/>
        </p:nvSpPr>
        <p:spPr bwMode="auto">
          <a:xfrm>
            <a:off x="3636148" y="7319789"/>
            <a:ext cx="898003" cy="307777"/>
          </a:xfrm>
          <a:prstGeom prst="rect">
            <a:avLst/>
          </a:prstGeom>
          <a:noFill/>
          <a:ln w="9525">
            <a:noFill/>
            <a:miter lim="800000"/>
            <a:headEnd/>
            <a:tailEnd/>
          </a:ln>
          <a:effec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3399"/>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5.</a:t>
            </a:r>
            <a:r>
              <a:rPr lang="ja-JP" altLang="en-US" sz="1400" dirty="0">
                <a:solidFill>
                  <a:srgbClr val="003399"/>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参加費</a:t>
            </a:r>
          </a:p>
        </p:txBody>
      </p:sp>
      <p:sp>
        <p:nvSpPr>
          <p:cNvPr id="15376" name="Text Box 16"/>
          <p:cNvSpPr txBox="1">
            <a:spLocks noChangeArrowheads="1"/>
          </p:cNvSpPr>
          <p:nvPr/>
        </p:nvSpPr>
        <p:spPr bwMode="auto">
          <a:xfrm>
            <a:off x="457200" y="7844353"/>
            <a:ext cx="1077539" cy="307777"/>
          </a:xfrm>
          <a:prstGeom prst="rect">
            <a:avLst/>
          </a:prstGeom>
          <a:noFill/>
          <a:ln w="9525">
            <a:noFill/>
            <a:miter lim="800000"/>
            <a:headEnd/>
            <a:tailEnd/>
          </a:ln>
          <a:effec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3399"/>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6.</a:t>
            </a:r>
            <a:r>
              <a:rPr lang="ja-JP" altLang="en-US" sz="1400" dirty="0">
                <a:solidFill>
                  <a:srgbClr val="003399"/>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申込方法</a:t>
            </a:r>
          </a:p>
        </p:txBody>
      </p:sp>
      <p:sp>
        <p:nvSpPr>
          <p:cNvPr id="15377" name="Text Box 17"/>
          <p:cNvSpPr txBox="1">
            <a:spLocks noChangeArrowheads="1"/>
          </p:cNvSpPr>
          <p:nvPr/>
        </p:nvSpPr>
        <p:spPr bwMode="auto">
          <a:xfrm>
            <a:off x="439738" y="8914468"/>
            <a:ext cx="1050288" cy="307777"/>
          </a:xfrm>
          <a:prstGeom prst="rect">
            <a:avLst/>
          </a:prstGeom>
          <a:noFill/>
          <a:ln w="9525">
            <a:noFill/>
            <a:miter lim="800000"/>
            <a:headEnd/>
            <a:tailEnd/>
          </a:ln>
          <a:effec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3399"/>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7.</a:t>
            </a:r>
            <a:r>
              <a:rPr lang="ja-JP" altLang="en-US" sz="1400" dirty="0">
                <a:solidFill>
                  <a:srgbClr val="003399"/>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問合せ先</a:t>
            </a:r>
          </a:p>
        </p:txBody>
      </p:sp>
      <p:sp>
        <p:nvSpPr>
          <p:cNvPr id="3084" name="AutoShape 26"/>
          <p:cNvSpPr>
            <a:spLocks noChangeArrowheads="1"/>
          </p:cNvSpPr>
          <p:nvPr/>
        </p:nvSpPr>
        <p:spPr bwMode="auto">
          <a:xfrm>
            <a:off x="557888" y="8428559"/>
            <a:ext cx="5832475" cy="433388"/>
          </a:xfrm>
          <a:prstGeom prst="roundRect">
            <a:avLst>
              <a:gd name="adj" fmla="val 16667"/>
            </a:avLst>
          </a:prstGeom>
          <a:gradFill rotWithShape="1">
            <a:gsLst>
              <a:gs pos="0">
                <a:srgbClr val="FFFFFF">
                  <a:alpha val="33000"/>
                </a:srgbClr>
              </a:gs>
              <a:gs pos="100000">
                <a:srgbClr val="CCCCFF">
                  <a:alpha val="71001"/>
                </a:srgbClr>
              </a:gs>
            </a:gsLst>
            <a:lin ang="5400000" scaled="1"/>
          </a:gradFill>
          <a:ln w="25400" cap="rnd">
            <a:solidFill>
              <a:srgbClr val="CC99FF"/>
            </a:solidFill>
            <a:prstDash val="sysDot"/>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000" b="1" dirty="0">
                <a:latin typeface="Meiryo UI" panose="020B0604030504040204" pitchFamily="50" charset="-128"/>
                <a:ea typeface="Meiryo UI" panose="020B0604030504040204" pitchFamily="50" charset="-128"/>
                <a:cs typeface="Meiryo UI" panose="020B0604030504040204" pitchFamily="50" charset="-128"/>
              </a:rPr>
              <a:t>インターネットよりお申込みはコチラ</a:t>
            </a:r>
          </a:p>
          <a:p>
            <a:pPr eaLnBrk="1" hangingPunct="1">
              <a:spcBef>
                <a:spcPct val="0"/>
              </a:spcBef>
              <a:buFontTx/>
              <a:buNone/>
            </a:pPr>
            <a:r>
              <a:rPr lang="ja-JP" altLang="en-US" sz="1200" b="1" dirty="0">
                <a:latin typeface="Meiryo UI" panose="020B0604030504040204" pitchFamily="50" charset="-128"/>
                <a:ea typeface="Meiryo UI" panose="020B0604030504040204" pitchFamily="50" charset="-128"/>
                <a:cs typeface="Meiryo UI" panose="020B0604030504040204" pitchFamily="50" charset="-128"/>
              </a:rPr>
              <a:t>　</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　</a:t>
            </a:r>
            <a:r>
              <a:rPr lang="en-US" altLang="ja-JP" sz="1200" b="1" dirty="0">
                <a:solidFill>
                  <a:schemeClr val="accent2">
                    <a:lumMod val="75000"/>
                  </a:schemeClr>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https://evesys.unisys.co.jp/public/seminar/view/2921</a:t>
            </a:r>
            <a:r>
              <a:rPr lang="ja-JP" altLang="en-US" sz="1200"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135" name="Text Box 28"/>
          <p:cNvSpPr txBox="1">
            <a:spLocks noChangeArrowheads="1"/>
          </p:cNvSpPr>
          <p:nvPr/>
        </p:nvSpPr>
        <p:spPr bwMode="auto">
          <a:xfrm>
            <a:off x="439738" y="8138127"/>
            <a:ext cx="703553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har char="•"/>
              <a:tabLst>
                <a:tab pos="1524000" algn="l"/>
                <a:tab pos="3524250" algn="l"/>
              </a:tabLst>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tabLst>
                <a:tab pos="1524000" algn="l"/>
                <a:tab pos="3524250" algn="l"/>
              </a:tabLst>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tabLst>
                <a:tab pos="1524000" algn="l"/>
                <a:tab pos="3524250" algn="l"/>
              </a:tabLst>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tabLst>
                <a:tab pos="1524000" algn="l"/>
                <a:tab pos="3524250" algn="l"/>
              </a:tabLst>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ja-JP" altLang="en-US" sz="1000" b="1" dirty="0">
                <a:latin typeface="Meiryo UI" panose="020B0604030504040204" pitchFamily="50" charset="-128"/>
                <a:ea typeface="Meiryo UI" panose="020B0604030504040204" pitchFamily="50" charset="-128"/>
                <a:cs typeface="Meiryo UI" panose="020B0604030504040204" pitchFamily="50" charset="-128"/>
              </a:rPr>
              <a:t>　インターネットまたは</a:t>
            </a:r>
            <a:r>
              <a:rPr lang="en-US" altLang="ja-JP" sz="1000" b="1" dirty="0">
                <a:latin typeface="Meiryo UI" panose="020B0604030504040204" pitchFamily="50" charset="-128"/>
                <a:ea typeface="Meiryo UI" panose="020B0604030504040204" pitchFamily="50" charset="-128"/>
                <a:cs typeface="Meiryo UI" panose="020B0604030504040204" pitchFamily="50" charset="-128"/>
              </a:rPr>
              <a:t>FAX</a:t>
            </a:r>
            <a:r>
              <a:rPr lang="ja-JP" altLang="en-US" sz="1000" b="1" dirty="0">
                <a:latin typeface="Meiryo UI" panose="020B0604030504040204" pitchFamily="50" charset="-128"/>
                <a:ea typeface="Meiryo UI" panose="020B0604030504040204" pitchFamily="50" charset="-128"/>
                <a:cs typeface="Meiryo UI" panose="020B0604030504040204" pitchFamily="50" charset="-128"/>
              </a:rPr>
              <a:t>にて </a:t>
            </a:r>
            <a:r>
              <a:rPr lang="en-US" altLang="ja-JP" sz="1000" b="1" dirty="0">
                <a:latin typeface="Meiryo UI" panose="020B0604030504040204" pitchFamily="50" charset="-128"/>
                <a:ea typeface="Meiryo UI" panose="020B0604030504040204" pitchFamily="50" charset="-128"/>
                <a:cs typeface="Meiryo UI" panose="020B0604030504040204" pitchFamily="50" charset="-128"/>
              </a:rPr>
              <a:t>7/14</a:t>
            </a:r>
            <a:r>
              <a:rPr lang="ja-JP" altLang="en-US" sz="1000" b="1" dirty="0">
                <a:latin typeface="Meiryo UI" panose="020B0604030504040204" pitchFamily="50" charset="-128"/>
                <a:ea typeface="Meiryo UI" panose="020B0604030504040204" pitchFamily="50" charset="-128"/>
                <a:cs typeface="Meiryo UI" panose="020B0604030504040204" pitchFamily="50" charset="-128"/>
              </a:rPr>
              <a:t>（金）までにお申込みください。定員になり次第締め切らせていただきます。</a:t>
            </a:r>
          </a:p>
        </p:txBody>
      </p:sp>
      <p:sp>
        <p:nvSpPr>
          <p:cNvPr id="15372" name="Text Box 12"/>
          <p:cNvSpPr txBox="1">
            <a:spLocks noChangeArrowheads="1"/>
          </p:cNvSpPr>
          <p:nvPr/>
        </p:nvSpPr>
        <p:spPr bwMode="auto">
          <a:xfrm>
            <a:off x="506053" y="1476871"/>
            <a:ext cx="1739579" cy="307777"/>
          </a:xfrm>
          <a:prstGeom prst="rect">
            <a:avLst/>
          </a:prstGeom>
          <a:noFill/>
          <a:ln w="9525">
            <a:noFill/>
            <a:miter lim="800000"/>
            <a:headEnd/>
            <a:tailEnd/>
          </a:ln>
          <a:effec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3399"/>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3.</a:t>
            </a:r>
            <a:r>
              <a:rPr lang="ja-JP" altLang="en-US" sz="1400" dirty="0">
                <a:solidFill>
                  <a:srgbClr val="003399"/>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講師・セミナー内容</a:t>
            </a:r>
          </a:p>
        </p:txBody>
      </p:sp>
      <p:sp>
        <p:nvSpPr>
          <p:cNvPr id="2" name="Text Box 12"/>
          <p:cNvSpPr txBox="1">
            <a:spLocks noChangeArrowheads="1"/>
          </p:cNvSpPr>
          <p:nvPr/>
        </p:nvSpPr>
        <p:spPr bwMode="auto">
          <a:xfrm>
            <a:off x="423066" y="2581"/>
            <a:ext cx="718466" cy="307777"/>
          </a:xfrm>
          <a:prstGeom prst="rect">
            <a:avLst/>
          </a:prstGeom>
          <a:noFill/>
          <a:ln w="9525">
            <a:noFill/>
            <a:miter lim="800000"/>
            <a:headEnd/>
            <a:tailEnd/>
          </a:ln>
          <a:effec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3399"/>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1.</a:t>
            </a:r>
            <a:r>
              <a:rPr lang="ja-JP" altLang="en-US" sz="1400" dirty="0">
                <a:solidFill>
                  <a:srgbClr val="003399"/>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日時</a:t>
            </a:r>
          </a:p>
        </p:txBody>
      </p:sp>
      <p:sp>
        <p:nvSpPr>
          <p:cNvPr id="3" name="Text Box 12"/>
          <p:cNvSpPr txBox="1">
            <a:spLocks noChangeArrowheads="1"/>
          </p:cNvSpPr>
          <p:nvPr/>
        </p:nvSpPr>
        <p:spPr bwMode="auto">
          <a:xfrm>
            <a:off x="468312" y="666535"/>
            <a:ext cx="718466" cy="307777"/>
          </a:xfrm>
          <a:prstGeom prst="rect">
            <a:avLst/>
          </a:prstGeom>
          <a:noFill/>
          <a:ln w="9525">
            <a:noFill/>
            <a:miter lim="800000"/>
            <a:headEnd/>
            <a:tailEnd/>
          </a:ln>
          <a:effec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3399"/>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2.</a:t>
            </a:r>
            <a:r>
              <a:rPr lang="ja-JP" altLang="en-US" sz="1400" dirty="0">
                <a:solidFill>
                  <a:srgbClr val="003399"/>
                </a:solidFill>
                <a:effectLst>
                  <a:outerShdw blurRad="38100" dist="38100" dir="2700000" algn="tl">
                    <a:srgbClr val="C0C0C0"/>
                  </a:outerShdw>
                </a:effectLst>
                <a:latin typeface="Meiryo UI" panose="020B0604030504040204" pitchFamily="50" charset="-128"/>
                <a:ea typeface="Meiryo UI" panose="020B0604030504040204" pitchFamily="50" charset="-128"/>
                <a:cs typeface="Meiryo UI" panose="020B0604030504040204" pitchFamily="50" charset="-128"/>
              </a:rPr>
              <a:t>場所</a:t>
            </a:r>
          </a:p>
        </p:txBody>
      </p:sp>
      <p:pic>
        <p:nvPicPr>
          <p:cNvPr id="5158" name="Picture 11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8125" y="55886"/>
            <a:ext cx="217488"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59" name="Picture 1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0824" y="737744"/>
            <a:ext cx="217488"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60" name="Picture 1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0824" y="1523216"/>
            <a:ext cx="217488"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61" name="Picture 11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8125" y="7379633"/>
            <a:ext cx="217488" cy="21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62" name="Picture 1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29000" y="7384941"/>
            <a:ext cx="217488"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63" name="Picture 11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8125" y="7903865"/>
            <a:ext cx="217488"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64" name="Picture 11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8125" y="8973979"/>
            <a:ext cx="217488" cy="21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65" name="Line 120"/>
          <p:cNvSpPr>
            <a:spLocks noChangeShapeType="1"/>
          </p:cNvSpPr>
          <p:nvPr/>
        </p:nvSpPr>
        <p:spPr bwMode="auto">
          <a:xfrm>
            <a:off x="430709" y="273373"/>
            <a:ext cx="5975350" cy="0"/>
          </a:xfrm>
          <a:prstGeom prst="line">
            <a:avLst/>
          </a:prstGeom>
          <a:ln w="28575">
            <a:gradFill flip="none" rotWithShape="1">
              <a:gsLst>
                <a:gs pos="0">
                  <a:srgbClr val="FFCCCC"/>
                </a:gs>
                <a:gs pos="49000">
                  <a:srgbClr val="FF6699"/>
                </a:gs>
                <a:gs pos="80000">
                  <a:srgbClr val="CC0066"/>
                </a:gs>
                <a:gs pos="100000">
                  <a:srgbClr val="CC0066"/>
                </a:gs>
              </a:gsLst>
              <a:lin ang="0" scaled="1"/>
              <a:tileRect/>
            </a:gradFill>
            <a:headEnd/>
            <a:tailEnd/>
          </a:ln>
          <a:extLst/>
        </p:spPr>
        <p:style>
          <a:lnRef idx="1">
            <a:schemeClr val="accent2"/>
          </a:lnRef>
          <a:fillRef idx="0">
            <a:schemeClr val="accent2"/>
          </a:fillRef>
          <a:effectRef idx="0">
            <a:schemeClr val="accent2"/>
          </a:effectRef>
          <a:fontRef idx="minor">
            <a:schemeClr val="tx1"/>
          </a:fontRef>
        </p:style>
        <p:txBody>
          <a:bodyPr/>
          <a:lstStyle/>
          <a:p>
            <a:endParaRPr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57" name="Line 120"/>
          <p:cNvSpPr>
            <a:spLocks noChangeShapeType="1"/>
          </p:cNvSpPr>
          <p:nvPr/>
        </p:nvSpPr>
        <p:spPr bwMode="auto">
          <a:xfrm>
            <a:off x="415013" y="974312"/>
            <a:ext cx="5975350" cy="0"/>
          </a:xfrm>
          <a:prstGeom prst="line">
            <a:avLst/>
          </a:prstGeom>
          <a:ln w="28575">
            <a:gradFill flip="none" rotWithShape="1">
              <a:gsLst>
                <a:gs pos="0">
                  <a:srgbClr val="FFCCCC"/>
                </a:gs>
                <a:gs pos="49000">
                  <a:srgbClr val="FF6699"/>
                </a:gs>
                <a:gs pos="80000">
                  <a:srgbClr val="CC0066"/>
                </a:gs>
                <a:gs pos="100000">
                  <a:srgbClr val="CC0066"/>
                </a:gs>
              </a:gsLst>
              <a:lin ang="0" scaled="1"/>
              <a:tileRect/>
            </a:gradFill>
            <a:headEnd/>
            <a:tailEnd/>
          </a:ln>
          <a:extLst/>
        </p:spPr>
        <p:style>
          <a:lnRef idx="1">
            <a:schemeClr val="accent2"/>
          </a:lnRef>
          <a:fillRef idx="0">
            <a:schemeClr val="accent2"/>
          </a:fillRef>
          <a:effectRef idx="0">
            <a:schemeClr val="accent2"/>
          </a:effectRef>
          <a:fontRef idx="minor">
            <a:schemeClr val="tx1"/>
          </a:fontRef>
        </p:style>
        <p:txBody>
          <a:bodyPr/>
          <a:lstStyle/>
          <a:p>
            <a:endParaRPr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59" name="Line 120"/>
          <p:cNvSpPr>
            <a:spLocks noChangeShapeType="1"/>
          </p:cNvSpPr>
          <p:nvPr/>
        </p:nvSpPr>
        <p:spPr bwMode="auto">
          <a:xfrm>
            <a:off x="3582872" y="7602428"/>
            <a:ext cx="2878254" cy="1122"/>
          </a:xfrm>
          <a:prstGeom prst="line">
            <a:avLst/>
          </a:prstGeom>
          <a:ln w="28575">
            <a:gradFill flip="none" rotWithShape="1">
              <a:gsLst>
                <a:gs pos="0">
                  <a:srgbClr val="FFCCCC"/>
                </a:gs>
                <a:gs pos="49000">
                  <a:srgbClr val="FF6699"/>
                </a:gs>
                <a:gs pos="80000">
                  <a:srgbClr val="CC0066"/>
                </a:gs>
                <a:gs pos="100000">
                  <a:srgbClr val="CC0066"/>
                </a:gs>
              </a:gsLst>
              <a:lin ang="0" scaled="1"/>
              <a:tileRect/>
            </a:gradFill>
            <a:headEnd/>
            <a:tailEnd/>
          </a:ln>
          <a:extLst/>
        </p:spPr>
        <p:style>
          <a:lnRef idx="1">
            <a:schemeClr val="accent2"/>
          </a:lnRef>
          <a:fillRef idx="0">
            <a:schemeClr val="accent2"/>
          </a:fillRef>
          <a:effectRef idx="0">
            <a:schemeClr val="accent2"/>
          </a:effectRef>
          <a:fontRef idx="minor">
            <a:schemeClr val="tx1"/>
          </a:fontRef>
        </p:style>
        <p:txBody>
          <a:bodyPr/>
          <a:lstStyle/>
          <a:p>
            <a:endParaRPr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60" name="Line 120"/>
          <p:cNvSpPr>
            <a:spLocks noChangeShapeType="1"/>
          </p:cNvSpPr>
          <p:nvPr/>
        </p:nvSpPr>
        <p:spPr bwMode="auto">
          <a:xfrm flipV="1">
            <a:off x="477837" y="7603565"/>
            <a:ext cx="2735138" cy="4395"/>
          </a:xfrm>
          <a:prstGeom prst="line">
            <a:avLst/>
          </a:prstGeom>
          <a:ln w="28575">
            <a:gradFill flip="none" rotWithShape="1">
              <a:gsLst>
                <a:gs pos="0">
                  <a:srgbClr val="FFCCCC"/>
                </a:gs>
                <a:gs pos="49000">
                  <a:srgbClr val="FF6699"/>
                </a:gs>
                <a:gs pos="80000">
                  <a:srgbClr val="CC0066"/>
                </a:gs>
                <a:gs pos="100000">
                  <a:srgbClr val="CC0066"/>
                </a:gs>
              </a:gsLst>
              <a:lin ang="0" scaled="1"/>
              <a:tileRect/>
            </a:gradFill>
            <a:headEnd/>
            <a:tailEnd/>
          </a:ln>
          <a:extLst/>
        </p:spPr>
        <p:style>
          <a:lnRef idx="1">
            <a:schemeClr val="accent2"/>
          </a:lnRef>
          <a:fillRef idx="0">
            <a:schemeClr val="accent2"/>
          </a:fillRef>
          <a:effectRef idx="0">
            <a:schemeClr val="accent2"/>
          </a:effectRef>
          <a:fontRef idx="minor">
            <a:schemeClr val="tx1"/>
          </a:fontRef>
        </p:style>
        <p:txBody>
          <a:bodyPr/>
          <a:lstStyle/>
          <a:p>
            <a:endParaRPr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61" name="Line 120"/>
          <p:cNvSpPr>
            <a:spLocks noChangeShapeType="1"/>
          </p:cNvSpPr>
          <p:nvPr/>
        </p:nvSpPr>
        <p:spPr bwMode="auto">
          <a:xfrm flipV="1">
            <a:off x="506994" y="8093669"/>
            <a:ext cx="5989637" cy="19010"/>
          </a:xfrm>
          <a:prstGeom prst="line">
            <a:avLst/>
          </a:prstGeom>
          <a:ln w="28575">
            <a:gradFill flip="none" rotWithShape="1">
              <a:gsLst>
                <a:gs pos="0">
                  <a:srgbClr val="FFCCCC"/>
                </a:gs>
                <a:gs pos="49000">
                  <a:srgbClr val="FF6699"/>
                </a:gs>
                <a:gs pos="80000">
                  <a:srgbClr val="CC0066"/>
                </a:gs>
                <a:gs pos="100000">
                  <a:srgbClr val="CC0066"/>
                </a:gs>
              </a:gsLst>
              <a:lin ang="0" scaled="1"/>
              <a:tileRect/>
            </a:gradFill>
            <a:headEnd/>
            <a:tailEnd/>
          </a:ln>
          <a:extLst/>
        </p:spPr>
        <p:style>
          <a:lnRef idx="1">
            <a:schemeClr val="accent2"/>
          </a:lnRef>
          <a:fillRef idx="0">
            <a:schemeClr val="accent2"/>
          </a:fillRef>
          <a:effectRef idx="0">
            <a:schemeClr val="accent2"/>
          </a:effectRef>
          <a:fontRef idx="minor">
            <a:schemeClr val="tx1"/>
          </a:fontRef>
        </p:style>
        <p:txBody>
          <a:bodyPr/>
          <a:lstStyle/>
          <a:p>
            <a:endParaRPr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62" name="Line 120"/>
          <p:cNvSpPr>
            <a:spLocks noChangeShapeType="1"/>
          </p:cNvSpPr>
          <p:nvPr/>
        </p:nvSpPr>
        <p:spPr bwMode="auto">
          <a:xfrm>
            <a:off x="458787" y="9201472"/>
            <a:ext cx="5975350" cy="0"/>
          </a:xfrm>
          <a:prstGeom prst="line">
            <a:avLst/>
          </a:prstGeom>
          <a:ln w="28575">
            <a:gradFill flip="none" rotWithShape="1">
              <a:gsLst>
                <a:gs pos="0">
                  <a:srgbClr val="FFCCCC"/>
                </a:gs>
                <a:gs pos="49000">
                  <a:srgbClr val="FF6699"/>
                </a:gs>
                <a:gs pos="80000">
                  <a:srgbClr val="CC0066"/>
                </a:gs>
                <a:gs pos="100000">
                  <a:srgbClr val="CC0066"/>
                </a:gs>
              </a:gsLst>
              <a:lin ang="0" scaled="1"/>
              <a:tileRect/>
            </a:gradFill>
            <a:headEnd/>
            <a:tailEnd/>
          </a:ln>
          <a:extLst/>
        </p:spPr>
        <p:style>
          <a:lnRef idx="1">
            <a:schemeClr val="accent2"/>
          </a:lnRef>
          <a:fillRef idx="0">
            <a:schemeClr val="accent2"/>
          </a:fillRef>
          <a:effectRef idx="0">
            <a:schemeClr val="accent2"/>
          </a:effectRef>
          <a:fontRef idx="minor">
            <a:schemeClr val="tx1"/>
          </a:fontRef>
        </p:style>
        <p:txBody>
          <a:bodyPr/>
          <a:lstStyle/>
          <a:p>
            <a:endParaRPr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53" name="Rectangle 101"/>
          <p:cNvSpPr>
            <a:spLocks noChangeArrowheads="1"/>
          </p:cNvSpPr>
          <p:nvPr/>
        </p:nvSpPr>
        <p:spPr bwMode="auto">
          <a:xfrm>
            <a:off x="613921" y="4319770"/>
            <a:ext cx="485105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en-US" altLang="ja-JP" sz="1000" b="1" dirty="0">
              <a:solidFill>
                <a:srgbClr val="FF6699"/>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8" name="Line 120"/>
          <p:cNvSpPr>
            <a:spLocks noChangeShapeType="1"/>
          </p:cNvSpPr>
          <p:nvPr/>
        </p:nvSpPr>
        <p:spPr bwMode="auto">
          <a:xfrm>
            <a:off x="448678" y="1764903"/>
            <a:ext cx="5975350" cy="0"/>
          </a:xfrm>
          <a:prstGeom prst="line">
            <a:avLst/>
          </a:prstGeom>
          <a:ln w="28575">
            <a:gradFill flip="none" rotWithShape="1">
              <a:gsLst>
                <a:gs pos="0">
                  <a:srgbClr val="FFCCCC"/>
                </a:gs>
                <a:gs pos="49000">
                  <a:srgbClr val="FF6699"/>
                </a:gs>
                <a:gs pos="80000">
                  <a:srgbClr val="CC0066"/>
                </a:gs>
                <a:gs pos="100000">
                  <a:srgbClr val="CC0066"/>
                </a:gs>
              </a:gsLst>
              <a:lin ang="0" scaled="1"/>
              <a:tileRect/>
            </a:gradFill>
            <a:headEnd/>
            <a:tailEnd/>
          </a:ln>
          <a:extLst/>
        </p:spPr>
        <p:style>
          <a:lnRef idx="1">
            <a:schemeClr val="accent2"/>
          </a:lnRef>
          <a:fillRef idx="0">
            <a:schemeClr val="accent2"/>
          </a:fillRef>
          <a:effectRef idx="0">
            <a:schemeClr val="accent2"/>
          </a:effectRef>
          <a:fontRef idx="minor">
            <a:schemeClr val="tx1"/>
          </a:fontRef>
        </p:style>
        <p:txBody>
          <a:bodyPr/>
          <a:lstStyle/>
          <a:p>
            <a:endParaRPr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正方形/長方形 9"/>
          <p:cNvSpPr/>
          <p:nvPr/>
        </p:nvSpPr>
        <p:spPr>
          <a:xfrm>
            <a:off x="2733217" y="2069643"/>
            <a:ext cx="3429000" cy="215444"/>
          </a:xfrm>
          <a:prstGeom prst="rect">
            <a:avLst/>
          </a:prstGeom>
        </p:spPr>
        <p:txBody>
          <a:bodyPr>
            <a:spAutoFit/>
          </a:bodyPr>
          <a:lstStyle/>
          <a:p>
            <a:pPr algn="just">
              <a:spcAft>
                <a:spcPts val="0"/>
              </a:spcAft>
            </a:pPr>
            <a:r>
              <a:rPr lang="ja-JP" altLang="ja-JP" kern="100" dirty="0">
                <a:latin typeface="Meiryo UI" panose="020B0604030504040204" pitchFamily="50" charset="-128"/>
                <a:ea typeface="Meiryo UI" panose="020B0604030504040204" pitchFamily="50" charset="-128"/>
                <a:cs typeface="Meiryo UI" panose="020B0604030504040204" pitchFamily="50" charset="-128"/>
              </a:rPr>
              <a:t>　　　</a:t>
            </a:r>
          </a:p>
        </p:txBody>
      </p:sp>
      <p:sp>
        <p:nvSpPr>
          <p:cNvPr id="72" name="Text Box 86"/>
          <p:cNvSpPr txBox="1">
            <a:spLocks noChangeArrowheads="1"/>
          </p:cNvSpPr>
          <p:nvPr/>
        </p:nvSpPr>
        <p:spPr bwMode="auto">
          <a:xfrm>
            <a:off x="1018474" y="3385887"/>
            <a:ext cx="3395669"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ts val="600"/>
              </a:spcBef>
              <a:buNone/>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みなさん、「マインドマップ」という言葉を耳にしたことはありますか？マインドマップとは英国のトニー・ブザン氏が提唱する、思考の表現法で、頭の中で考えていることを脳内に近い形に描き出すことで、記憶の整理や発想をしやすくするものだそうです。言葉と絵のシンプルな組み合わせで必要な情報を整理し、発想を柔軟に広げることが可能になる思考ツールです。今回はこのツールをビジネスシーンですぐに活用していただけるよう、より実用的な視点でワークを取り入れながら教えていただきます。</a:t>
            </a:r>
            <a:endParaRPr lang="en-US" altLang="ja-JP" sz="10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3" name="Rectangle 101"/>
          <p:cNvSpPr>
            <a:spLocks noChangeArrowheads="1"/>
          </p:cNvSpPr>
          <p:nvPr/>
        </p:nvSpPr>
        <p:spPr bwMode="auto">
          <a:xfrm>
            <a:off x="581201" y="6176099"/>
            <a:ext cx="34290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0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17</a:t>
            </a:r>
            <a:r>
              <a:rPr lang="ja-JP" altLang="en-US" sz="10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0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00-17</a:t>
            </a:r>
            <a:r>
              <a:rPr lang="ja-JP" altLang="en-US" sz="10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0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10</a:t>
            </a:r>
            <a:r>
              <a:rPr lang="ja-JP" altLang="en-US" sz="1000" b="1"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0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質疑応答・</a:t>
            </a:r>
            <a:r>
              <a:rPr lang="en-US" altLang="ja-JP" sz="10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Closing</a:t>
            </a:r>
            <a:endParaRPr lang="ja-JP" altLang="en-US" sz="10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4" name="Rectangle 122"/>
          <p:cNvSpPr>
            <a:spLocks noChangeArrowheads="1"/>
          </p:cNvSpPr>
          <p:nvPr/>
        </p:nvSpPr>
        <p:spPr bwMode="auto">
          <a:xfrm>
            <a:off x="1496267" y="4973640"/>
            <a:ext cx="4178595" cy="1163395"/>
          </a:xfrm>
          <a:prstGeom prst="rect">
            <a:avLst/>
          </a:prstGeom>
          <a:noFill/>
          <a:ln w="31750">
            <a:solidFill>
              <a:srgbClr val="FF0066"/>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200" dirty="0">
                <a:solidFill>
                  <a:schemeClr val="tx1">
                    <a:lumMod val="85000"/>
                    <a:lumOff val="15000"/>
                  </a:schemeClr>
                </a:solidFill>
                <a:latin typeface="Meiryo UI" panose="020B0604030504040204" pitchFamily="50" charset="-128"/>
                <a:ea typeface="Meiryo UI" panose="020B0604030504040204" pitchFamily="50" charset="-128"/>
                <a:cs typeface="Meiryo UI" panose="020B0604030504040204" pitchFamily="50" charset="-128"/>
              </a:rPr>
              <a:t>＊講演内容にクローズアップ！！＊</a:t>
            </a:r>
            <a:endParaRPr lang="en-US" altLang="ja-JP" sz="1200" dirty="0">
              <a:solidFill>
                <a:schemeClr val="tx1">
                  <a:lumMod val="85000"/>
                  <a:lumOff val="15000"/>
                </a:schemeClr>
              </a:solidFill>
              <a:latin typeface="Meiryo UI" panose="020B0604030504040204" pitchFamily="50" charset="-128"/>
              <a:ea typeface="Meiryo UI" panose="020B0604030504040204" pitchFamily="50" charset="-128"/>
              <a:cs typeface="Meiryo UI" panose="020B0604030504040204" pitchFamily="50" charset="-128"/>
            </a:endParaRPr>
          </a:p>
          <a:p>
            <a:pPr>
              <a:buNone/>
            </a:pPr>
            <a:r>
              <a:rPr lang="ja-JP" altLang="ja-JP" sz="1200" dirty="0">
                <a:latin typeface="Meiryo UI" panose="020B0604030504040204" pitchFamily="50" charset="-128"/>
                <a:ea typeface="Meiryo UI" panose="020B0604030504040204" pitchFamily="50" charset="-128"/>
                <a:cs typeface="Meiryo UI" panose="020B0604030504040204" pitchFamily="50" charset="-128"/>
              </a:rPr>
              <a:t>＜頭の取扱説明書＞</a:t>
            </a:r>
          </a:p>
          <a:p>
            <a:pPr lvl="0">
              <a:buNone/>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　　①　</a:t>
            </a:r>
            <a:r>
              <a:rPr lang="ja-JP" altLang="ja-JP" sz="1200" dirty="0">
                <a:latin typeface="Meiryo UI" panose="020B0604030504040204" pitchFamily="50" charset="-128"/>
                <a:ea typeface="Meiryo UI" panose="020B0604030504040204" pitchFamily="50" charset="-128"/>
                <a:cs typeface="Meiryo UI" panose="020B0604030504040204" pitchFamily="50" charset="-128"/>
              </a:rPr>
              <a:t>脳をフル活用するための「脳の</a:t>
            </a:r>
            <a:r>
              <a:rPr lang="en-US" altLang="ja-JP" sz="1200" dirty="0">
                <a:latin typeface="Meiryo UI" panose="020B0604030504040204" pitchFamily="50" charset="-128"/>
                <a:ea typeface="Meiryo UI" panose="020B0604030504040204" pitchFamily="50" charset="-128"/>
                <a:cs typeface="Meiryo UI" panose="020B0604030504040204" pitchFamily="50" charset="-128"/>
              </a:rPr>
              <a:t>7</a:t>
            </a:r>
            <a:r>
              <a:rPr lang="ja-JP" altLang="ja-JP" sz="1200" dirty="0" err="1">
                <a:latin typeface="Meiryo UI" panose="020B0604030504040204" pitchFamily="50" charset="-128"/>
                <a:ea typeface="Meiryo UI" panose="020B0604030504040204" pitchFamily="50" charset="-128"/>
                <a:cs typeface="Meiryo UI" panose="020B0604030504040204" pitchFamily="50" charset="-128"/>
              </a:rPr>
              <a:t>つの</a:t>
            </a:r>
            <a:r>
              <a:rPr lang="ja-JP" altLang="ja-JP" sz="1200" dirty="0">
                <a:latin typeface="Meiryo UI" panose="020B0604030504040204" pitchFamily="50" charset="-128"/>
                <a:ea typeface="Meiryo UI" panose="020B0604030504040204" pitchFamily="50" charset="-128"/>
                <a:cs typeface="Meiryo UI" panose="020B0604030504040204" pitchFamily="50" charset="-128"/>
              </a:rPr>
              <a:t>機能」</a:t>
            </a:r>
          </a:p>
          <a:p>
            <a:pPr lvl="0">
              <a:buNone/>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　　②　</a:t>
            </a:r>
            <a:r>
              <a:rPr lang="ja-JP" altLang="ja-JP" sz="1200" dirty="0">
                <a:latin typeface="Meiryo UI" panose="020B0604030504040204" pitchFamily="50" charset="-128"/>
                <a:ea typeface="Meiryo UI" panose="020B0604030504040204" pitchFamily="50" charset="-128"/>
                <a:cs typeface="Meiryo UI" panose="020B0604030504040204" pitchFamily="50" charset="-128"/>
              </a:rPr>
              <a:t>クリエイティブ思考への準備体操</a:t>
            </a:r>
          </a:p>
          <a:p>
            <a:pPr lvl="0">
              <a:buNone/>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　　③　</a:t>
            </a:r>
            <a:r>
              <a:rPr lang="ja-JP" altLang="ja-JP" sz="1200" dirty="0">
                <a:latin typeface="Meiryo UI" panose="020B0604030504040204" pitchFamily="50" charset="-128"/>
                <a:ea typeface="Meiryo UI" panose="020B0604030504040204" pitchFamily="50" charset="-128"/>
                <a:cs typeface="Meiryo UI" panose="020B0604030504040204" pitchFamily="50" charset="-128"/>
              </a:rPr>
              <a:t>脳細胞の新たな活用法ミニマップに挑戦</a:t>
            </a:r>
          </a:p>
        </p:txBody>
      </p:sp>
      <p:sp>
        <p:nvSpPr>
          <p:cNvPr id="75" name="Rectangle 119"/>
          <p:cNvSpPr>
            <a:spLocks noChangeArrowheads="1"/>
          </p:cNvSpPr>
          <p:nvPr/>
        </p:nvSpPr>
        <p:spPr bwMode="auto">
          <a:xfrm>
            <a:off x="594336" y="2133446"/>
            <a:ext cx="194627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14</a:t>
            </a: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05</a:t>
            </a: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　  </a:t>
            </a:r>
          </a:p>
        </p:txBody>
      </p:sp>
      <p:pic>
        <p:nvPicPr>
          <p:cNvPr id="76" name="Picture 94" descr="4.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95170" y="3155001"/>
            <a:ext cx="1547472" cy="14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 name="Picture 95" descr="4.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3139" y="3152800"/>
            <a:ext cx="1547472" cy="14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 name="Rectangle 102"/>
          <p:cNvSpPr>
            <a:spLocks noChangeArrowheads="1"/>
          </p:cNvSpPr>
          <p:nvPr/>
        </p:nvSpPr>
        <p:spPr bwMode="auto">
          <a:xfrm>
            <a:off x="594335" y="1856656"/>
            <a:ext cx="5902295" cy="4609258"/>
          </a:xfrm>
          <a:prstGeom prst="rect">
            <a:avLst/>
          </a:prstGeom>
          <a:noFill/>
          <a:ln w="19050" cap="rnd">
            <a:solidFill>
              <a:srgbClr val="003399"/>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ja-JP" sz="24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 name="正方形/長方形 3"/>
          <p:cNvSpPr/>
          <p:nvPr/>
        </p:nvSpPr>
        <p:spPr>
          <a:xfrm>
            <a:off x="1240989" y="2188008"/>
            <a:ext cx="4885876" cy="923330"/>
          </a:xfrm>
          <a:prstGeom prst="rect">
            <a:avLst/>
          </a:prstGeom>
          <a:ln>
            <a:noFill/>
          </a:ln>
        </p:spPr>
        <p:txBody>
          <a:bodyPr wrap="square">
            <a:spAutoFit/>
          </a:bodyPr>
          <a:lstStyle/>
          <a:p>
            <a:pPr indent="152400" algn="just">
              <a:spcAft>
                <a:spcPts val="0"/>
              </a:spcAft>
            </a:pPr>
            <a:r>
              <a:rPr lang="ja-JP" altLang="ja-JP" sz="1800" b="1" kern="100" dirty="0">
                <a:ln w="3175">
                  <a:solidFill>
                    <a:schemeClr val="tx1">
                      <a:lumMod val="65000"/>
                      <a:lumOff val="35000"/>
                    </a:schemeClr>
                  </a:solidFill>
                </a:ln>
                <a:solidFill>
                  <a:srgbClr val="00206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800" b="1" kern="100" dirty="0">
                <a:ln w="3175">
                  <a:solidFill>
                    <a:schemeClr val="tx1">
                      <a:lumMod val="65000"/>
                      <a:lumOff val="35000"/>
                    </a:schemeClr>
                  </a:solidFill>
                </a:ln>
                <a:solidFill>
                  <a:srgbClr val="002060"/>
                </a:solidFill>
                <a:latin typeface="Meiryo UI" panose="020B0604030504040204" pitchFamily="50" charset="-128"/>
                <a:ea typeface="Meiryo UI" panose="020B0604030504040204" pitchFamily="50" charset="-128"/>
                <a:cs typeface="Meiryo UI" panose="020B0604030504040204" pitchFamily="50" charset="-128"/>
              </a:rPr>
              <a:t>眠っている脳が目覚めるレッスン</a:t>
            </a:r>
            <a:r>
              <a:rPr lang="ja-JP" altLang="ja-JP" sz="1800" b="1" kern="100" dirty="0">
                <a:ln w="3175">
                  <a:solidFill>
                    <a:schemeClr val="tx1">
                      <a:lumMod val="65000"/>
                      <a:lumOff val="35000"/>
                    </a:schemeClr>
                  </a:solidFill>
                </a:ln>
                <a:solidFill>
                  <a:srgbClr val="002060"/>
                </a:solidFill>
                <a:latin typeface="Meiryo UI" panose="020B0604030504040204" pitchFamily="50" charset="-128"/>
                <a:ea typeface="Meiryo UI" panose="020B0604030504040204" pitchFamily="50" charset="-128"/>
                <a:cs typeface="Meiryo UI" panose="020B0604030504040204" pitchFamily="50" charset="-128"/>
              </a:rPr>
              <a:t>』</a:t>
            </a:r>
          </a:p>
          <a:p>
            <a:pPr algn="just">
              <a:spcAft>
                <a:spcPts val="0"/>
              </a:spcAft>
            </a:pPr>
            <a:r>
              <a:rPr lang="ja-JP" altLang="ja-JP" sz="1400" kern="1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1400" kern="100" dirty="0">
                <a:latin typeface="Meiryo UI" panose="020B0604030504040204" pitchFamily="50" charset="-128"/>
                <a:ea typeface="Meiryo UI" panose="020B0604030504040204" pitchFamily="50" charset="-128"/>
                <a:cs typeface="Meiryo UI" panose="020B0604030504040204" pitchFamily="50" charset="-128"/>
              </a:rPr>
              <a:t>　　　　　　　　　</a:t>
            </a:r>
            <a:r>
              <a:rPr lang="ja-JP" altLang="ja-JP" sz="1100" kern="100" dirty="0">
                <a:latin typeface="Meiryo UI" panose="020B0604030504040204" pitchFamily="50" charset="-128"/>
                <a:ea typeface="Meiryo UI" panose="020B0604030504040204" pitchFamily="50" charset="-128"/>
                <a:cs typeface="Meiryo UI" panose="020B0604030504040204" pitchFamily="50" charset="-128"/>
              </a:rPr>
              <a:t>講師</a:t>
            </a: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a:t>
            </a:r>
            <a:r>
              <a:rPr lang="ja-JP" altLang="ja-JP" sz="1100" dirty="0">
                <a:latin typeface="Meiryo UI" panose="020B0604030504040204" pitchFamily="50" charset="-128"/>
                <a:ea typeface="Meiryo UI" panose="020B0604030504040204" pitchFamily="50" charset="-128"/>
                <a:cs typeface="Meiryo UI" panose="020B0604030504040204" pitchFamily="50" charset="-128"/>
              </a:rPr>
              <a:t>色とこころの専門家</a:t>
            </a:r>
            <a:endParaRPr lang="en-US" altLang="ja-JP" sz="1100" dirty="0">
              <a:latin typeface="Meiryo UI" panose="020B0604030504040204" pitchFamily="50" charset="-128"/>
              <a:ea typeface="Meiryo UI" panose="020B0604030504040204" pitchFamily="50" charset="-128"/>
              <a:cs typeface="Meiryo UI" panose="020B0604030504040204" pitchFamily="50" charset="-128"/>
            </a:endParaRPr>
          </a:p>
          <a:p>
            <a:pPr algn="just">
              <a:spcAft>
                <a:spcPts val="0"/>
              </a:spcAft>
            </a:pP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　　　　　　　　　　　　　　　　　　　　　　　竹村　英子　氏</a:t>
            </a:r>
            <a:endParaRPr lang="en-US" altLang="ja-JP" sz="1100" kern="100" dirty="0">
              <a:latin typeface="Meiryo UI" panose="020B0604030504040204" pitchFamily="50" charset="-128"/>
              <a:ea typeface="Meiryo UI" panose="020B0604030504040204" pitchFamily="50" charset="-128"/>
              <a:cs typeface="Meiryo UI" panose="020B0604030504040204" pitchFamily="50" charset="-128"/>
            </a:endParaRPr>
          </a:p>
          <a:p>
            <a:pPr algn="just">
              <a:spcAft>
                <a:spcPts val="0"/>
              </a:spcAft>
            </a:pP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　　　　　　　　　　　　　　　　　　　　　　　</a:t>
            </a:r>
            <a:r>
              <a:rPr lang="en-US" altLang="ja-JP" kern="100" dirty="0">
                <a:latin typeface="Meiryo UI" panose="020B0604030504040204" pitchFamily="50" charset="-128"/>
                <a:ea typeface="Meiryo UI" panose="020B0604030504040204" pitchFamily="50" charset="-128"/>
                <a:cs typeface="Meiryo UI" panose="020B0604030504040204" pitchFamily="50" charset="-128"/>
              </a:rPr>
              <a:t>(</a:t>
            </a:r>
            <a:r>
              <a:rPr lang="ja-JP" altLang="en-US" kern="100" dirty="0">
                <a:latin typeface="Meiryo UI" panose="020B0604030504040204" pitchFamily="50" charset="-128"/>
                <a:ea typeface="Meiryo UI" panose="020B0604030504040204" pitchFamily="50" charset="-128"/>
                <a:cs typeface="Meiryo UI" panose="020B0604030504040204" pitchFamily="50" charset="-128"/>
              </a:rPr>
              <a:t>たけむら　ひでこ）</a:t>
            </a:r>
            <a:r>
              <a:rPr lang="ja-JP" altLang="en-US" sz="1100" kern="100" dirty="0">
                <a:latin typeface="Meiryo UI" panose="020B0604030504040204" pitchFamily="50" charset="-128"/>
                <a:ea typeface="Meiryo UI" panose="020B0604030504040204" pitchFamily="50" charset="-128"/>
                <a:cs typeface="Meiryo UI" panose="020B0604030504040204" pitchFamily="50" charset="-128"/>
              </a:rPr>
              <a:t>　　　　　　　　　　　　　　　</a:t>
            </a:r>
            <a:endParaRPr lang="ja-JP" altLang="ja-JP" sz="1100" kern="1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0" name="Rectangle 31"/>
          <p:cNvSpPr>
            <a:spLocks noChangeArrowheads="1"/>
          </p:cNvSpPr>
          <p:nvPr/>
        </p:nvSpPr>
        <p:spPr bwMode="auto">
          <a:xfrm>
            <a:off x="597349" y="6502859"/>
            <a:ext cx="5899282" cy="754397"/>
          </a:xfrm>
          <a:prstGeom prst="rect">
            <a:avLst/>
          </a:prstGeom>
          <a:noFill/>
          <a:ln w="19050" cap="rnd">
            <a:solidFill>
              <a:srgbClr val="D60093"/>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2400">
              <a:solidFill>
                <a:srgbClr val="CC0066"/>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1" name="Text Box 30"/>
          <p:cNvSpPr txBox="1">
            <a:spLocks noChangeArrowheads="1"/>
          </p:cNvSpPr>
          <p:nvPr/>
        </p:nvSpPr>
        <p:spPr bwMode="auto">
          <a:xfrm>
            <a:off x="941447" y="6710780"/>
            <a:ext cx="2159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600" dirty="0">
                <a:solidFill>
                  <a:schemeClr val="tx2"/>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600" dirty="0">
                <a:latin typeface="Meiryo UI" panose="020B0604030504040204" pitchFamily="50" charset="-128"/>
                <a:ea typeface="Meiryo UI" panose="020B0604030504040204" pitchFamily="50" charset="-128"/>
                <a:cs typeface="Meiryo UI" panose="020B0604030504040204" pitchFamily="50" charset="-128"/>
              </a:rPr>
              <a:t>ユニ女懇親会 </a:t>
            </a:r>
            <a:r>
              <a:rPr lang="ja-JP" altLang="en-US" sz="1600" dirty="0">
                <a:solidFill>
                  <a:schemeClr val="tx2"/>
                </a:solidFill>
                <a:latin typeface="Meiryo UI" panose="020B0604030504040204" pitchFamily="50" charset="-128"/>
                <a:ea typeface="Meiryo UI" panose="020B0604030504040204" pitchFamily="50" charset="-128"/>
                <a:cs typeface="Meiryo UI" panose="020B0604030504040204" pitchFamily="50" charset="-128"/>
              </a:rPr>
              <a:t>」</a:t>
            </a:r>
            <a:endParaRPr lang="en-US" altLang="ja-JP" sz="16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4" name="Text Box 68"/>
          <p:cNvSpPr txBox="1">
            <a:spLocks noChangeArrowheads="1"/>
          </p:cNvSpPr>
          <p:nvPr/>
        </p:nvSpPr>
        <p:spPr bwMode="auto">
          <a:xfrm>
            <a:off x="3249064" y="6691624"/>
            <a:ext cx="2993189" cy="56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buNone/>
            </a:pPr>
            <a:r>
              <a:rPr lang="ja-JP" altLang="ja-JP" sz="900" dirty="0">
                <a:latin typeface="Meiryo UI" panose="020B0604030504040204" pitchFamily="50" charset="-128"/>
                <a:ea typeface="Meiryo UI" panose="020B0604030504040204" pitchFamily="50" charset="-128"/>
                <a:cs typeface="Meiryo UI" panose="020B0604030504040204" pitchFamily="50" charset="-128"/>
              </a:rPr>
              <a:t>参加者の皆様同士が業種を越えて幅広く情報交換できます。</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pPr>
              <a:buNone/>
            </a:pPr>
            <a:r>
              <a:rPr lang="ja-JP" altLang="ja-JP" sz="900" dirty="0">
                <a:latin typeface="Meiryo UI" panose="020B0604030504040204" pitchFamily="50" charset="-128"/>
                <a:ea typeface="Meiryo UI" panose="020B0604030504040204" pitchFamily="50" charset="-128"/>
                <a:cs typeface="Meiryo UI" panose="020B0604030504040204" pitchFamily="50" charset="-128"/>
              </a:rPr>
              <a:t>情報交換の場として有意義なひと時をお過ごしください。</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pPr>
              <a:buNone/>
            </a:pPr>
            <a:r>
              <a:rPr lang="ja-JP" altLang="ja-JP" sz="900" dirty="0">
                <a:latin typeface="Meiryo UI" panose="020B0604030504040204" pitchFamily="50" charset="-128"/>
                <a:ea typeface="Meiryo UI" panose="020B0604030504040204" pitchFamily="50" charset="-128"/>
                <a:cs typeface="Meiryo UI" panose="020B0604030504040204" pitchFamily="50" charset="-128"/>
              </a:rPr>
              <a:t>多数のご参加をお待ちしております。</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　</a:t>
            </a:r>
          </a:p>
        </p:txBody>
      </p:sp>
      <p:sp>
        <p:nvSpPr>
          <p:cNvPr id="64" name="Text Box 90"/>
          <p:cNvSpPr txBox="1">
            <a:spLocks noChangeArrowheads="1"/>
          </p:cNvSpPr>
          <p:nvPr/>
        </p:nvSpPr>
        <p:spPr bwMode="auto">
          <a:xfrm>
            <a:off x="620415" y="6544665"/>
            <a:ext cx="16605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0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17</a:t>
            </a:r>
            <a:r>
              <a:rPr lang="ja-JP" altLang="en-US" sz="10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0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15</a:t>
            </a:r>
            <a:r>
              <a:rPr lang="ja-JP" altLang="en-US" sz="10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　～</a:t>
            </a:r>
            <a:endParaRPr lang="en-US" altLang="ja-JP" sz="10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eaLnBrk="1" hangingPunct="1">
              <a:spcBef>
                <a:spcPct val="0"/>
              </a:spcBef>
              <a:buFontTx/>
              <a:buNone/>
            </a:pPr>
            <a:endParaRPr lang="ja-JP" altLang="en-US" sz="1000" dirty="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5" name="Text Box 91"/>
          <p:cNvSpPr txBox="1">
            <a:spLocks noChangeArrowheads="1"/>
          </p:cNvSpPr>
          <p:nvPr/>
        </p:nvSpPr>
        <p:spPr bwMode="auto">
          <a:xfrm>
            <a:off x="2524199" y="6508673"/>
            <a:ext cx="383138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ja-JP" altLang="en-US" sz="1100" dirty="0">
                <a:solidFill>
                  <a:srgbClr val="FF9900"/>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100" dirty="0">
                <a:solidFill>
                  <a:schemeClr val="accent2">
                    <a:lumMod val="75000"/>
                  </a:schemeClr>
                </a:solidFill>
                <a:latin typeface="Meiryo UI" panose="020B0604030504040204" pitchFamily="50" charset="-128"/>
                <a:ea typeface="Meiryo UI" panose="020B0604030504040204" pitchFamily="50" charset="-128"/>
                <a:cs typeface="Meiryo UI" panose="020B0604030504040204" pitchFamily="50" charset="-128"/>
              </a:rPr>
              <a:t>＊会場＊グランフロント北館</a:t>
            </a:r>
            <a:r>
              <a:rPr lang="en-US" altLang="ja-JP" sz="1100" dirty="0">
                <a:solidFill>
                  <a:schemeClr val="accent2">
                    <a:lumMod val="75000"/>
                  </a:schemeClr>
                </a:solidFill>
                <a:latin typeface="Meiryo UI" panose="020B0604030504040204" pitchFamily="50" charset="-128"/>
                <a:ea typeface="Meiryo UI" panose="020B0604030504040204" pitchFamily="50" charset="-128"/>
                <a:cs typeface="Meiryo UI" panose="020B0604030504040204" pitchFamily="50" charset="-128"/>
              </a:rPr>
              <a:t>10F</a:t>
            </a:r>
            <a:r>
              <a:rPr lang="ja-JP" altLang="en-US" sz="1100" dirty="0">
                <a:solidFill>
                  <a:schemeClr val="accent2">
                    <a:lumMod val="75000"/>
                  </a:schemeClr>
                </a:solidFill>
                <a:latin typeface="Meiryo UI" panose="020B0604030504040204" pitchFamily="50" charset="-128"/>
                <a:ea typeface="Meiryo UI" panose="020B0604030504040204" pitchFamily="50" charset="-128"/>
                <a:cs typeface="Meiryo UI" panose="020B0604030504040204" pitchFamily="50" charset="-128"/>
              </a:rPr>
              <a:t>　カンファレンスルーム</a:t>
            </a:r>
          </a:p>
        </p:txBody>
      </p:sp>
      <p:sp>
        <p:nvSpPr>
          <p:cNvPr id="66" name="Rectangle 119"/>
          <p:cNvSpPr>
            <a:spLocks noChangeArrowheads="1"/>
          </p:cNvSpPr>
          <p:nvPr/>
        </p:nvSpPr>
        <p:spPr bwMode="auto">
          <a:xfrm>
            <a:off x="584874" y="1856656"/>
            <a:ext cx="194627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14</a:t>
            </a: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00</a:t>
            </a: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Opening</a:t>
            </a:r>
          </a:p>
        </p:txBody>
      </p:sp>
      <p:sp>
        <p:nvSpPr>
          <p:cNvPr id="5" name="正方形/長方形 4"/>
          <p:cNvSpPr/>
          <p:nvPr/>
        </p:nvSpPr>
        <p:spPr>
          <a:xfrm>
            <a:off x="1154898" y="7020937"/>
            <a:ext cx="2105063" cy="215444"/>
          </a:xfrm>
          <a:prstGeom prst="rect">
            <a:avLst/>
          </a:prstGeom>
        </p:spPr>
        <p:txBody>
          <a:bodyPr wrap="none">
            <a:spAutoFit/>
          </a:bodyPr>
          <a:lstStyle/>
          <a:p>
            <a:r>
              <a:rPr lang="ja-JP" altLang="en-US" dirty="0">
                <a:latin typeface="Meiryo UI" panose="020B0604030504040204" pitchFamily="50" charset="-128"/>
                <a:ea typeface="Meiryo UI" panose="020B0604030504040204" pitchFamily="50" charset="-128"/>
                <a:cs typeface="Meiryo UI" panose="020B0604030504040204" pitchFamily="50" charset="-128"/>
              </a:rPr>
              <a:t>＊簡単なお料理＆ドリンクご用意しております。 </a:t>
            </a:r>
          </a:p>
        </p:txBody>
      </p:sp>
      <p:sp>
        <p:nvSpPr>
          <p:cNvPr id="6" name="正方形/長方形 5"/>
          <p:cNvSpPr/>
          <p:nvPr/>
        </p:nvSpPr>
        <p:spPr>
          <a:xfrm>
            <a:off x="4516223" y="3197512"/>
            <a:ext cx="1906921" cy="1577007"/>
          </a:xfrm>
          <a:prstGeom prst="rect">
            <a:avLst/>
          </a:prstGeom>
          <a:noFill/>
          <a:ln w="31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ja-JP" altLang="ja-JP" dirty="0">
              <a:latin typeface="Meiryo UI" panose="020B0604030504040204" pitchFamily="50" charset="-128"/>
              <a:ea typeface="Meiryo UI" panose="020B0604030504040204" pitchFamily="50" charset="-128"/>
              <a:cs typeface="Meiryo UI" panose="020B0604030504040204" pitchFamily="50" charset="-128"/>
            </a:endParaRPr>
          </a:p>
        </p:txBody>
      </p:sp>
      <p:pic>
        <p:nvPicPr>
          <p:cNvPr id="11" name="図 10"/>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800641" y="1928664"/>
            <a:ext cx="1173643" cy="1173643"/>
          </a:xfrm>
          <a:prstGeom prst="rect">
            <a:avLst/>
          </a:prstGeom>
          <a:ln>
            <a:noFill/>
          </a:ln>
          <a:effectLst>
            <a:softEdge rad="112500"/>
          </a:effectLst>
        </p:spPr>
      </p:pic>
      <p:sp>
        <p:nvSpPr>
          <p:cNvPr id="14" name="正方形/長方形 13"/>
          <p:cNvSpPr/>
          <p:nvPr/>
        </p:nvSpPr>
        <p:spPr>
          <a:xfrm>
            <a:off x="4487629" y="3279979"/>
            <a:ext cx="1935515" cy="1554272"/>
          </a:xfrm>
          <a:prstGeom prst="rect">
            <a:avLst/>
          </a:prstGeom>
        </p:spPr>
        <p:txBody>
          <a:bodyPr wrap="square">
            <a:spAutoFit/>
          </a:bodyPr>
          <a:lstStyle/>
          <a:p>
            <a:pPr algn="just">
              <a:spcAft>
                <a:spcPts val="0"/>
              </a:spcAft>
            </a:pPr>
            <a:r>
              <a:rPr lang="ja-JP" altLang="ja-JP" sz="700" kern="100" dirty="0">
                <a:latin typeface="Meiryo UI" panose="020B0604030504040204" pitchFamily="50" charset="-128"/>
                <a:ea typeface="Meiryo UI" panose="020B0604030504040204" pitchFamily="50" charset="-128"/>
                <a:cs typeface="Meiryo UI" panose="020B0604030504040204" pitchFamily="50" charset="-128"/>
              </a:rPr>
              <a:t>ＢＩＧ　ＳＨＥＥＰ 代表</a:t>
            </a:r>
          </a:p>
          <a:p>
            <a:pPr algn="just">
              <a:spcAft>
                <a:spcPts val="0"/>
              </a:spcAft>
            </a:pPr>
            <a:r>
              <a:rPr lang="ja-JP" altLang="ja-JP" sz="700" kern="100" dirty="0">
                <a:latin typeface="Meiryo UI" panose="020B0604030504040204" pitchFamily="50" charset="-128"/>
                <a:ea typeface="Meiryo UI" panose="020B0604030504040204" pitchFamily="50" charset="-128"/>
                <a:cs typeface="Meiryo UI" panose="020B0604030504040204" pitchFamily="50" charset="-128"/>
              </a:rPr>
              <a:t>カラーココロジー研究所 所長</a:t>
            </a:r>
          </a:p>
          <a:p>
            <a:pPr algn="just">
              <a:spcAft>
                <a:spcPts val="0"/>
              </a:spcAft>
            </a:pPr>
            <a:r>
              <a:rPr lang="ja-JP" altLang="ja-JP" sz="700" kern="100" dirty="0">
                <a:latin typeface="Meiryo UI" panose="020B0604030504040204" pitchFamily="50" charset="-128"/>
                <a:ea typeface="Meiryo UI" panose="020B0604030504040204" pitchFamily="50" charset="-128"/>
                <a:cs typeface="Meiryo UI" panose="020B0604030504040204" pitchFamily="50" charset="-128"/>
              </a:rPr>
              <a:t>一般社団法人ヒュッゲ美育協会　副理事長</a:t>
            </a:r>
            <a:endParaRPr lang="en-US" altLang="ja-JP" sz="700" kern="100" dirty="0">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r>
              <a:rPr lang="ja-JP" altLang="ja-JP" sz="700" dirty="0">
                <a:latin typeface="Meiryo UI" panose="020B0604030504040204" pitchFamily="50" charset="-128"/>
                <a:ea typeface="Meiryo UI" panose="020B0604030504040204" pitchFamily="50" charset="-128"/>
                <a:cs typeface="Meiryo UI" panose="020B0604030504040204" pitchFamily="50" charset="-128"/>
              </a:rPr>
              <a:t>「心と色」に関する臨床研究を重ね、色彩心理</a:t>
            </a:r>
            <a:endParaRPr lang="en-US" altLang="ja-JP" sz="700" dirty="0">
              <a:latin typeface="Meiryo UI" panose="020B0604030504040204" pitchFamily="50" charset="-128"/>
              <a:ea typeface="Meiryo UI" panose="020B0604030504040204" pitchFamily="50" charset="-128"/>
              <a:cs typeface="Meiryo UI" panose="020B0604030504040204" pitchFamily="50" charset="-128"/>
            </a:endParaRPr>
          </a:p>
          <a:p>
            <a:r>
              <a:rPr lang="ja-JP" altLang="ja-JP" sz="700" dirty="0">
                <a:latin typeface="Meiryo UI" panose="020B0604030504040204" pitchFamily="50" charset="-128"/>
                <a:ea typeface="Meiryo UI" panose="020B0604030504040204" pitchFamily="50" charset="-128"/>
                <a:cs typeface="Meiryo UI" panose="020B0604030504040204" pitchFamily="50" charset="-128"/>
              </a:rPr>
              <a:t>カウンセラ</a:t>
            </a:r>
            <a:r>
              <a:rPr lang="en-US" altLang="ja-JP" sz="700" dirty="0">
                <a:latin typeface="Meiryo UI" panose="020B0604030504040204" pitchFamily="50" charset="-128"/>
                <a:ea typeface="Meiryo UI" panose="020B0604030504040204" pitchFamily="50" charset="-128"/>
                <a:cs typeface="Meiryo UI" panose="020B0604030504040204" pitchFamily="50" charset="-128"/>
              </a:rPr>
              <a:t>―</a:t>
            </a:r>
            <a:r>
              <a:rPr lang="ja-JP" altLang="ja-JP" sz="700" dirty="0">
                <a:latin typeface="Meiryo UI" panose="020B0604030504040204" pitchFamily="50" charset="-128"/>
                <a:ea typeface="Meiryo UI" panose="020B0604030504040204" pitchFamily="50" charset="-128"/>
                <a:cs typeface="Meiryo UI" panose="020B0604030504040204" pitchFamily="50" charset="-128"/>
              </a:rPr>
              <a:t>として活動。</a:t>
            </a:r>
          </a:p>
          <a:p>
            <a:r>
              <a:rPr lang="ja-JP" altLang="ja-JP" sz="700" dirty="0">
                <a:latin typeface="Meiryo UI" panose="020B0604030504040204" pitchFamily="50" charset="-128"/>
                <a:ea typeface="Meiryo UI" panose="020B0604030504040204" pitchFamily="50" charset="-128"/>
                <a:cs typeface="Meiryo UI" panose="020B0604030504040204" pitchFamily="50" charset="-128"/>
              </a:rPr>
              <a:t>学校や企業での人材育成研修、就職支援、</a:t>
            </a:r>
            <a:endParaRPr lang="en-US" altLang="ja-JP" sz="700" dirty="0">
              <a:latin typeface="Meiryo UI" panose="020B0604030504040204" pitchFamily="50" charset="-128"/>
              <a:ea typeface="Meiryo UI" panose="020B0604030504040204" pitchFamily="50" charset="-128"/>
              <a:cs typeface="Meiryo UI" panose="020B0604030504040204" pitchFamily="50" charset="-128"/>
            </a:endParaRPr>
          </a:p>
          <a:p>
            <a:r>
              <a:rPr lang="ja-JP" altLang="ja-JP" sz="700" dirty="0">
                <a:latin typeface="Meiryo UI" panose="020B0604030504040204" pitchFamily="50" charset="-128"/>
                <a:ea typeface="Meiryo UI" panose="020B0604030504040204" pitchFamily="50" charset="-128"/>
                <a:cs typeface="Meiryo UI" panose="020B0604030504040204" pitchFamily="50" charset="-128"/>
              </a:rPr>
              <a:t>子育て支援、講演活動なども実施。</a:t>
            </a:r>
          </a:p>
          <a:p>
            <a:r>
              <a:rPr lang="ja-JP" altLang="ja-JP" sz="700" dirty="0">
                <a:latin typeface="Meiryo UI" panose="020B0604030504040204" pitchFamily="50" charset="-128"/>
                <a:ea typeface="Meiryo UI" panose="020B0604030504040204" pitchFamily="50" charset="-128"/>
                <a:cs typeface="Meiryo UI" panose="020B0604030504040204" pitchFamily="50" charset="-128"/>
              </a:rPr>
              <a:t>「色と脳」「色と健康」「色と生き方」のスペシャリストとして、色のチカラで社会に貢献。</a:t>
            </a:r>
          </a:p>
          <a:p>
            <a:pPr algn="just">
              <a:spcAft>
                <a:spcPts val="0"/>
              </a:spcAft>
            </a:pPr>
            <a:r>
              <a:rPr lang="ja-JP" altLang="en-US" sz="700" dirty="0">
                <a:latin typeface="Meiryo UI" panose="020B0604030504040204" pitchFamily="50" charset="-128"/>
                <a:ea typeface="Meiryo UI" panose="020B0604030504040204" pitchFamily="50" charset="-128"/>
                <a:cs typeface="Meiryo UI" panose="020B0604030504040204" pitchFamily="50" charset="-128"/>
              </a:rPr>
              <a:t>色彩心理や描画法、マインドマップなどを取り入れた独自のメソッドはわかりやすくて実践的と多くのファンを持つ。</a:t>
            </a:r>
            <a:endParaRPr lang="ja-JP" altLang="ja-JP" sz="700" dirty="0">
              <a:latin typeface="Meiryo UI" panose="020B0604030504040204" pitchFamily="50" charset="-128"/>
              <a:ea typeface="Meiryo UI" panose="020B0604030504040204" pitchFamily="50" charset="-128"/>
              <a:cs typeface="Meiryo UI" panose="020B0604030504040204" pitchFamily="50" charset="-128"/>
            </a:endParaRPr>
          </a:p>
          <a:p>
            <a:pPr algn="just">
              <a:spcAft>
                <a:spcPts val="0"/>
              </a:spcAft>
            </a:pPr>
            <a:endParaRPr lang="ja-JP" altLang="ja-JP" sz="600" kern="1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81" name="Rectangle 93"/>
          <p:cNvSpPr>
            <a:spLocks noChangeArrowheads="1"/>
          </p:cNvSpPr>
          <p:nvPr/>
        </p:nvSpPr>
        <p:spPr bwMode="auto">
          <a:xfrm>
            <a:off x="4693540" y="3083828"/>
            <a:ext cx="1633456" cy="215444"/>
          </a:xfrm>
          <a:prstGeom prst="rect">
            <a:avLst/>
          </a:prstGeom>
          <a:solidFill>
            <a:schemeClr val="bg1"/>
          </a:solidFill>
          <a:ln>
            <a:noFill/>
          </a:ln>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None/>
              <a:defRPr/>
            </a:pPr>
            <a:r>
              <a:rPr lang="ja-JP" altLang="en-US" sz="8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800" b="1" kern="100" dirty="0">
                <a:latin typeface="Meiryo UI" panose="020B0604030504040204" pitchFamily="50" charset="-128"/>
                <a:ea typeface="Meiryo UI" panose="020B0604030504040204" pitchFamily="50" charset="-128"/>
                <a:cs typeface="Meiryo UI" panose="020B0604030504040204" pitchFamily="50" charset="-128"/>
              </a:rPr>
              <a:t>竹村英子氏　</a:t>
            </a:r>
            <a:r>
              <a:rPr lang="ja-JP" altLang="en-US" sz="800" b="1" dirty="0">
                <a:latin typeface="Meiryo UI" panose="020B0604030504040204" pitchFamily="50" charset="-128"/>
                <a:ea typeface="Meiryo UI" panose="020B0604030504040204" pitchFamily="50" charset="-128"/>
                <a:cs typeface="Meiryo UI" panose="020B0604030504040204" pitchFamily="50" charset="-128"/>
              </a:rPr>
              <a:t>プロフィール＊</a:t>
            </a:r>
            <a:endParaRPr lang="en-US" altLang="ja-JP" sz="800" b="1"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208642080"/>
      </p:ext>
    </p:extLst>
  </p:cSld>
  <p:clrMapOvr>
    <a:masterClrMapping/>
  </p:clrMapOvr>
</p:sld>
</file>

<file path=ppt/theme/theme1.xml><?xml version="1.0" encoding="utf-8"?>
<a:theme xmlns:a="http://schemas.openxmlformats.org/drawingml/2006/main" name="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標準デザイン">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6871</TotalTime>
  <Words>419</Words>
  <Application>Microsoft Office PowerPoint</Application>
  <PresentationFormat>A4 210 x 297 mm</PresentationFormat>
  <Paragraphs>113</Paragraphs>
  <Slides>2</Slides>
  <Notes>2</Notes>
  <HiddenSlides>0</HiddenSlides>
  <MMClips>0</MMClips>
  <ScaleCrop>false</ScaleCrop>
  <HeadingPairs>
    <vt:vector size="4" baseType="variant">
      <vt:variant>
        <vt:lpstr>テーマ</vt:lpstr>
      </vt:variant>
      <vt:variant>
        <vt:i4>1</vt:i4>
      </vt:variant>
      <vt:variant>
        <vt:lpstr>スライド タイトル</vt:lpstr>
      </vt:variant>
      <vt:variant>
        <vt:i4>2</vt:i4>
      </vt:variant>
    </vt:vector>
  </HeadingPairs>
  <TitlesOfParts>
    <vt:vector size="3" baseType="lpstr">
      <vt:lpstr>標準デザイン</vt:lpstr>
      <vt:lpstr>PowerPoint プレゼンテーション</vt:lpstr>
      <vt:lpstr>PowerPoint プレゼンテーション</vt:lpstr>
    </vt:vector>
  </TitlesOfParts>
  <Company>西日本事業部営業三部</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zzyshiono2</dc:creator>
  <cp:lastModifiedBy>deko</cp:lastModifiedBy>
  <cp:revision>291</cp:revision>
  <cp:lastPrinted>2017-06-15T11:20:18Z</cp:lastPrinted>
  <dcterms:created xsi:type="dcterms:W3CDTF">2009-07-31T02:28:57Z</dcterms:created>
  <dcterms:modified xsi:type="dcterms:W3CDTF">2017-06-15T11:23:30Z</dcterms:modified>
</cp:coreProperties>
</file>